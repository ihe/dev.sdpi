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82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oXqX06bVoM2NZpyvmQ4oN2c7f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6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21" Type="http://customschemas.google.com/relationships/presentationmetadata" Target="meta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23" Type="http://schemas.openxmlformats.org/officeDocument/2006/relationships/viewProps" Target="viewProps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B541A142-D111-1787-4C18-5A419788C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a2bd4a1cd8_0_91:notes">
            <a:extLst>
              <a:ext uri="{FF2B5EF4-FFF2-40B4-BE49-F238E27FC236}">
                <a16:creationId xmlns:a16="http://schemas.microsoft.com/office/drawing/2014/main" id="{1CC5371A-361C-7218-DE0A-E72DBC8A11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ga2bd4a1cd8_0_91:notes">
            <a:extLst>
              <a:ext uri="{FF2B5EF4-FFF2-40B4-BE49-F238E27FC236}">
                <a16:creationId xmlns:a16="http://schemas.microsoft.com/office/drawing/2014/main" id="{DFD19188-A7E1-87D4-29CE-53E65361F4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64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MSIPCMContentMarking" descr="{&quot;HashCode&quot;:25983820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DA4F39B6-03F5-4CB7-93DF-412815C1D9F6}"/>
              </a:ext>
            </a:extLst>
          </p:cNvPr>
          <p:cNvSpPr txBox="1"/>
          <p:nvPr userDrawn="1"/>
        </p:nvSpPr>
        <p:spPr>
          <a:xfrm>
            <a:off x="0" y="0"/>
            <a:ext cx="678298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F6A800"/>
                </a:solidFill>
                <a:latin typeface="Calibri" panose="020F0502020204030204" pitchFamily="34" charset="0"/>
              </a:rPr>
              <a:t>Internal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20831B96-1A59-D5E2-893A-B1A8E57E6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Google Shape;481;ga2bd4a1cd8_0_91">
            <a:extLst>
              <a:ext uri="{FF2B5EF4-FFF2-40B4-BE49-F238E27FC236}">
                <a16:creationId xmlns:a16="http://schemas.microsoft.com/office/drawing/2014/main" id="{0B7043F8-44D1-408F-72B4-43CE5C870323}"/>
              </a:ext>
            </a:extLst>
          </p:cNvPr>
          <p:cNvCxnSpPr>
            <a:cxnSpLocks/>
          </p:cNvCxnSpPr>
          <p:nvPr/>
        </p:nvCxnSpPr>
        <p:spPr>
          <a:xfrm flipH="1" flipV="1">
            <a:off x="5737120" y="1811374"/>
            <a:ext cx="14134" cy="750707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</p:cxnSp>
      <p:cxnSp>
        <p:nvCxnSpPr>
          <p:cNvPr id="18" name="Google Shape;480;ga2bd4a1cd8_0_91">
            <a:extLst>
              <a:ext uri="{FF2B5EF4-FFF2-40B4-BE49-F238E27FC236}">
                <a16:creationId xmlns:a16="http://schemas.microsoft.com/office/drawing/2014/main" id="{653BB80F-2280-8022-7F08-BEFF68A7B191}"/>
              </a:ext>
            </a:extLst>
          </p:cNvPr>
          <p:cNvCxnSpPr>
            <a:cxnSpLocks/>
          </p:cNvCxnSpPr>
          <p:nvPr/>
        </p:nvCxnSpPr>
        <p:spPr>
          <a:xfrm>
            <a:off x="9738411" y="-1555441"/>
            <a:ext cx="614192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" name="Google Shape;480;ga2bd4a1cd8_0_91">
            <a:extLst>
              <a:ext uri="{FF2B5EF4-FFF2-40B4-BE49-F238E27FC236}">
                <a16:creationId xmlns:a16="http://schemas.microsoft.com/office/drawing/2014/main" id="{E8D51C46-12F6-9E5A-DFEC-420C692CB344}"/>
              </a:ext>
            </a:extLst>
          </p:cNvPr>
          <p:cNvCxnSpPr>
            <a:cxnSpLocks/>
          </p:cNvCxnSpPr>
          <p:nvPr/>
        </p:nvCxnSpPr>
        <p:spPr>
          <a:xfrm>
            <a:off x="9890811" y="-1403041"/>
            <a:ext cx="614192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480;ga2bd4a1cd8_0_91">
            <a:extLst>
              <a:ext uri="{FF2B5EF4-FFF2-40B4-BE49-F238E27FC236}">
                <a16:creationId xmlns:a16="http://schemas.microsoft.com/office/drawing/2014/main" id="{97596682-69F8-3DA6-8480-BC37F66C1065}"/>
              </a:ext>
            </a:extLst>
          </p:cNvPr>
          <p:cNvCxnSpPr>
            <a:cxnSpLocks/>
          </p:cNvCxnSpPr>
          <p:nvPr/>
        </p:nvCxnSpPr>
        <p:spPr>
          <a:xfrm>
            <a:off x="10043211" y="-1250641"/>
            <a:ext cx="614192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480;ga2bd4a1cd8_0_91">
            <a:extLst>
              <a:ext uri="{FF2B5EF4-FFF2-40B4-BE49-F238E27FC236}">
                <a16:creationId xmlns:a16="http://schemas.microsoft.com/office/drawing/2014/main" id="{885D45B6-95DB-CB3B-E8CA-479DB78054AC}"/>
              </a:ext>
            </a:extLst>
          </p:cNvPr>
          <p:cNvCxnSpPr>
            <a:cxnSpLocks/>
          </p:cNvCxnSpPr>
          <p:nvPr/>
        </p:nvCxnSpPr>
        <p:spPr>
          <a:xfrm>
            <a:off x="10195611" y="-1098241"/>
            <a:ext cx="614192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Google Shape;463;ga2bd4a1cd8_0_91">
            <a:extLst>
              <a:ext uri="{FF2B5EF4-FFF2-40B4-BE49-F238E27FC236}">
                <a16:creationId xmlns:a16="http://schemas.microsoft.com/office/drawing/2014/main" id="{E2BC5BF8-4080-7AB8-496D-64F8751B24CA}"/>
              </a:ext>
            </a:extLst>
          </p:cNvPr>
          <p:cNvSpPr txBox="1"/>
          <p:nvPr/>
        </p:nvSpPr>
        <p:spPr>
          <a:xfrm>
            <a:off x="3006496" y="4969871"/>
            <a:ext cx="1578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 1</a:t>
            </a:r>
            <a:endParaRPr dirty="0"/>
          </a:p>
        </p:txBody>
      </p:sp>
      <p:sp>
        <p:nvSpPr>
          <p:cNvPr id="14" name="Google Shape;469;ga2bd4a1cd8_0_91">
            <a:extLst>
              <a:ext uri="{FF2B5EF4-FFF2-40B4-BE49-F238E27FC236}">
                <a16:creationId xmlns:a16="http://schemas.microsoft.com/office/drawing/2014/main" id="{015FC929-8172-8054-9FC0-ACE77D1A59C9}"/>
              </a:ext>
            </a:extLst>
          </p:cNvPr>
          <p:cNvSpPr/>
          <p:nvPr/>
        </p:nvSpPr>
        <p:spPr>
          <a:xfrm>
            <a:off x="3268594" y="4397533"/>
            <a:ext cx="961200" cy="4665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Monitor</a:t>
            </a:r>
            <a:endParaRPr dirty="0"/>
          </a:p>
        </p:txBody>
      </p:sp>
      <p:sp>
        <p:nvSpPr>
          <p:cNvPr id="22" name="Google Shape;470;ga2bd4a1cd8_0_91">
            <a:extLst>
              <a:ext uri="{FF2B5EF4-FFF2-40B4-BE49-F238E27FC236}">
                <a16:creationId xmlns:a16="http://schemas.microsoft.com/office/drawing/2014/main" id="{464F946C-0B1A-E6C0-FC35-D0259A262866}"/>
              </a:ext>
            </a:extLst>
          </p:cNvPr>
          <p:cNvSpPr/>
          <p:nvPr/>
        </p:nvSpPr>
        <p:spPr>
          <a:xfrm>
            <a:off x="4526495" y="4397533"/>
            <a:ext cx="823500" cy="4665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Pump</a:t>
            </a:r>
            <a:endParaRPr dirty="0"/>
          </a:p>
        </p:txBody>
      </p:sp>
      <p:sp>
        <p:nvSpPr>
          <p:cNvPr id="26" name="Google Shape;473;ga2bd4a1cd8_0_91">
            <a:extLst>
              <a:ext uri="{FF2B5EF4-FFF2-40B4-BE49-F238E27FC236}">
                <a16:creationId xmlns:a16="http://schemas.microsoft.com/office/drawing/2014/main" id="{E1AB7A87-E942-CAD8-4FFC-BE06B2E93F2D}"/>
              </a:ext>
            </a:extLst>
          </p:cNvPr>
          <p:cNvSpPr/>
          <p:nvPr/>
        </p:nvSpPr>
        <p:spPr>
          <a:xfrm>
            <a:off x="1925737" y="4402247"/>
            <a:ext cx="961200" cy="4665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Ventilator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27" name="Google Shape;480;ga2bd4a1cd8_0_91">
            <a:extLst>
              <a:ext uri="{FF2B5EF4-FFF2-40B4-BE49-F238E27FC236}">
                <a16:creationId xmlns:a16="http://schemas.microsoft.com/office/drawing/2014/main" id="{9AD40E22-3841-F195-9FEA-D60C8BB3A701}"/>
              </a:ext>
            </a:extLst>
          </p:cNvPr>
          <p:cNvCxnSpPr>
            <a:cxnSpLocks/>
          </p:cNvCxnSpPr>
          <p:nvPr/>
        </p:nvCxnSpPr>
        <p:spPr>
          <a:xfrm>
            <a:off x="2281719" y="3772271"/>
            <a:ext cx="7122089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481;ga2bd4a1cd8_0_91">
            <a:extLst>
              <a:ext uri="{FF2B5EF4-FFF2-40B4-BE49-F238E27FC236}">
                <a16:creationId xmlns:a16="http://schemas.microsoft.com/office/drawing/2014/main" id="{EE7445B7-3B86-4EC9-A6D7-C61E4D22A0D3}"/>
              </a:ext>
            </a:extLst>
          </p:cNvPr>
          <p:cNvCxnSpPr>
            <a:cxnSpLocks/>
            <a:stCxn id="26" idx="3"/>
            <a:endCxn id="14" idx="1"/>
          </p:cNvCxnSpPr>
          <p:nvPr/>
        </p:nvCxnSpPr>
        <p:spPr>
          <a:xfrm flipV="1">
            <a:off x="2886937" y="4630783"/>
            <a:ext cx="381657" cy="4714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</p:cxnSp>
      <p:cxnSp>
        <p:nvCxnSpPr>
          <p:cNvPr id="29" name="Google Shape;482;ga2bd4a1cd8_0_91">
            <a:extLst>
              <a:ext uri="{FF2B5EF4-FFF2-40B4-BE49-F238E27FC236}">
                <a16:creationId xmlns:a16="http://schemas.microsoft.com/office/drawing/2014/main" id="{48576A1D-09E9-D538-FE56-6A3829035E75}"/>
              </a:ext>
            </a:extLst>
          </p:cNvPr>
          <p:cNvCxnSpPr>
            <a:cxnSpLocks/>
          </p:cNvCxnSpPr>
          <p:nvPr/>
        </p:nvCxnSpPr>
        <p:spPr>
          <a:xfrm flipV="1">
            <a:off x="3766767" y="3762046"/>
            <a:ext cx="0" cy="640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Google Shape;483;ga2bd4a1cd8_0_91">
            <a:extLst>
              <a:ext uri="{FF2B5EF4-FFF2-40B4-BE49-F238E27FC236}">
                <a16:creationId xmlns:a16="http://schemas.microsoft.com/office/drawing/2014/main" id="{13D19F57-62A7-1611-1B03-AE79F74DFCF4}"/>
              </a:ext>
            </a:extLst>
          </p:cNvPr>
          <p:cNvCxnSpPr/>
          <p:nvPr/>
        </p:nvCxnSpPr>
        <p:spPr>
          <a:xfrm rot="10800000">
            <a:off x="4894294" y="3762046"/>
            <a:ext cx="0" cy="640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Google Shape;486;ga2bd4a1cd8_0_91">
            <a:extLst>
              <a:ext uri="{FF2B5EF4-FFF2-40B4-BE49-F238E27FC236}">
                <a16:creationId xmlns:a16="http://schemas.microsoft.com/office/drawing/2014/main" id="{4A4D9B5F-71D0-D4B5-6E59-F4A06001C43B}"/>
              </a:ext>
            </a:extLst>
          </p:cNvPr>
          <p:cNvSpPr txBox="1"/>
          <p:nvPr/>
        </p:nvSpPr>
        <p:spPr>
          <a:xfrm>
            <a:off x="3273017" y="3407396"/>
            <a:ext cx="2095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 LAN</a:t>
            </a:r>
            <a:endParaRPr dirty="0"/>
          </a:p>
        </p:txBody>
      </p:sp>
      <p:sp>
        <p:nvSpPr>
          <p:cNvPr id="32" name="Google Shape;463;ga2bd4a1cd8_0_91">
            <a:extLst>
              <a:ext uri="{FF2B5EF4-FFF2-40B4-BE49-F238E27FC236}">
                <a16:creationId xmlns:a16="http://schemas.microsoft.com/office/drawing/2014/main" id="{50297F31-D874-318C-FA34-76B959C75C64}"/>
              </a:ext>
            </a:extLst>
          </p:cNvPr>
          <p:cNvSpPr txBox="1"/>
          <p:nvPr/>
        </p:nvSpPr>
        <p:spPr>
          <a:xfrm>
            <a:off x="7079735" y="4969871"/>
            <a:ext cx="1578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 2</a:t>
            </a:r>
            <a:endParaRPr dirty="0"/>
          </a:p>
        </p:txBody>
      </p:sp>
      <p:sp>
        <p:nvSpPr>
          <p:cNvPr id="33" name="Google Shape;469;ga2bd4a1cd8_0_91">
            <a:extLst>
              <a:ext uri="{FF2B5EF4-FFF2-40B4-BE49-F238E27FC236}">
                <a16:creationId xmlns:a16="http://schemas.microsoft.com/office/drawing/2014/main" id="{0F028875-BD29-867C-04FC-27C807E0BDD9}"/>
              </a:ext>
            </a:extLst>
          </p:cNvPr>
          <p:cNvSpPr/>
          <p:nvPr/>
        </p:nvSpPr>
        <p:spPr>
          <a:xfrm>
            <a:off x="6309008" y="4388021"/>
            <a:ext cx="961200" cy="4665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Monitor</a:t>
            </a:r>
            <a:endParaRPr dirty="0"/>
          </a:p>
        </p:txBody>
      </p:sp>
      <p:sp>
        <p:nvSpPr>
          <p:cNvPr id="35" name="Google Shape;470;ga2bd4a1cd8_0_91">
            <a:extLst>
              <a:ext uri="{FF2B5EF4-FFF2-40B4-BE49-F238E27FC236}">
                <a16:creationId xmlns:a16="http://schemas.microsoft.com/office/drawing/2014/main" id="{9CF7C2B2-DB8C-365E-137D-7E5ED4CC29E1}"/>
              </a:ext>
            </a:extLst>
          </p:cNvPr>
          <p:cNvSpPr/>
          <p:nvPr/>
        </p:nvSpPr>
        <p:spPr>
          <a:xfrm>
            <a:off x="7452008" y="4388021"/>
            <a:ext cx="823500" cy="4665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Pump</a:t>
            </a:r>
            <a:endParaRPr dirty="0"/>
          </a:p>
        </p:txBody>
      </p:sp>
      <p:sp>
        <p:nvSpPr>
          <p:cNvPr id="36" name="Google Shape;473;ga2bd4a1cd8_0_91">
            <a:extLst>
              <a:ext uri="{FF2B5EF4-FFF2-40B4-BE49-F238E27FC236}">
                <a16:creationId xmlns:a16="http://schemas.microsoft.com/office/drawing/2014/main" id="{09312FAA-E94A-4E45-744A-959212666758}"/>
              </a:ext>
            </a:extLst>
          </p:cNvPr>
          <p:cNvSpPr/>
          <p:nvPr/>
        </p:nvSpPr>
        <p:spPr>
          <a:xfrm>
            <a:off x="8442608" y="4388021"/>
            <a:ext cx="961200" cy="466500"/>
          </a:xfrm>
          <a:prstGeom prst="rect">
            <a:avLst/>
          </a:prstGeom>
          <a:solidFill>
            <a:srgbClr val="9FC5E8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Ventilator</a:t>
            </a:r>
            <a:endParaRPr dirty="0"/>
          </a:p>
        </p:txBody>
      </p:sp>
      <p:cxnSp>
        <p:nvCxnSpPr>
          <p:cNvPr id="37" name="Google Shape;481;ga2bd4a1cd8_0_91">
            <a:extLst>
              <a:ext uri="{FF2B5EF4-FFF2-40B4-BE49-F238E27FC236}">
                <a16:creationId xmlns:a16="http://schemas.microsoft.com/office/drawing/2014/main" id="{EAE85173-AEED-DEF9-F65D-CE321AA5AABE}"/>
              </a:ext>
            </a:extLst>
          </p:cNvPr>
          <p:cNvCxnSpPr/>
          <p:nvPr/>
        </p:nvCxnSpPr>
        <p:spPr>
          <a:xfrm rot="10800000">
            <a:off x="6799658" y="3753721"/>
            <a:ext cx="0" cy="630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482;ga2bd4a1cd8_0_91">
            <a:extLst>
              <a:ext uri="{FF2B5EF4-FFF2-40B4-BE49-F238E27FC236}">
                <a16:creationId xmlns:a16="http://schemas.microsoft.com/office/drawing/2014/main" id="{11C251BE-03C6-EADA-482D-841BF9B897D7}"/>
              </a:ext>
            </a:extLst>
          </p:cNvPr>
          <p:cNvCxnSpPr>
            <a:cxnSpLocks/>
          </p:cNvCxnSpPr>
          <p:nvPr/>
        </p:nvCxnSpPr>
        <p:spPr>
          <a:xfrm flipV="1">
            <a:off x="7840006" y="3762046"/>
            <a:ext cx="0" cy="640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" name="Google Shape;483;ga2bd4a1cd8_0_91">
            <a:extLst>
              <a:ext uri="{FF2B5EF4-FFF2-40B4-BE49-F238E27FC236}">
                <a16:creationId xmlns:a16="http://schemas.microsoft.com/office/drawing/2014/main" id="{DFB31509-F78D-1155-F12F-2ECE8AF66094}"/>
              </a:ext>
            </a:extLst>
          </p:cNvPr>
          <p:cNvCxnSpPr/>
          <p:nvPr/>
        </p:nvCxnSpPr>
        <p:spPr>
          <a:xfrm rot="10800000">
            <a:off x="8967533" y="3762046"/>
            <a:ext cx="0" cy="640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" name="Google Shape;483;ga2bd4a1cd8_0_91">
            <a:extLst>
              <a:ext uri="{FF2B5EF4-FFF2-40B4-BE49-F238E27FC236}">
                <a16:creationId xmlns:a16="http://schemas.microsoft.com/office/drawing/2014/main" id="{869B56BB-AFD8-6BD4-23D5-031EED265345}"/>
              </a:ext>
            </a:extLst>
          </p:cNvPr>
          <p:cNvCxnSpPr>
            <a:cxnSpLocks/>
          </p:cNvCxnSpPr>
          <p:nvPr/>
        </p:nvCxnSpPr>
        <p:spPr>
          <a:xfrm flipV="1">
            <a:off x="5796816" y="1779928"/>
            <a:ext cx="0" cy="2002569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E02A01F-F8D2-9A84-A496-DC5F68B4A5F6}"/>
              </a:ext>
            </a:extLst>
          </p:cNvPr>
          <p:cNvSpPr/>
          <p:nvPr/>
        </p:nvSpPr>
        <p:spPr>
          <a:xfrm>
            <a:off x="1767328" y="3077949"/>
            <a:ext cx="3851564" cy="242256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6803F25-CBBD-9E2A-927E-4F1D2F0BA5D6}"/>
              </a:ext>
            </a:extLst>
          </p:cNvPr>
          <p:cNvSpPr/>
          <p:nvPr/>
        </p:nvSpPr>
        <p:spPr>
          <a:xfrm>
            <a:off x="6018694" y="3077949"/>
            <a:ext cx="3851564" cy="242256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Google Shape;466;ga2bd4a1cd8_0_91">
            <a:extLst>
              <a:ext uri="{FF2B5EF4-FFF2-40B4-BE49-F238E27FC236}">
                <a16:creationId xmlns:a16="http://schemas.microsoft.com/office/drawing/2014/main" id="{B1AD0B0E-B777-4CFD-A7C2-06CD05FC63A3}"/>
              </a:ext>
            </a:extLst>
          </p:cNvPr>
          <p:cNvSpPr/>
          <p:nvPr/>
        </p:nvSpPr>
        <p:spPr>
          <a:xfrm>
            <a:off x="5170455" y="2399772"/>
            <a:ext cx="1219200" cy="4665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SPoC Coordinator</a:t>
            </a:r>
            <a:endParaRPr dirty="0"/>
          </a:p>
        </p:txBody>
      </p:sp>
      <p:cxnSp>
        <p:nvCxnSpPr>
          <p:cNvPr id="45" name="Google Shape;481;ga2bd4a1cd8_0_91">
            <a:extLst>
              <a:ext uri="{FF2B5EF4-FFF2-40B4-BE49-F238E27FC236}">
                <a16:creationId xmlns:a16="http://schemas.microsoft.com/office/drawing/2014/main" id="{A6B01E55-76A7-558E-047A-8B92B18865EB}"/>
              </a:ext>
            </a:extLst>
          </p:cNvPr>
          <p:cNvCxnSpPr>
            <a:cxnSpLocks/>
          </p:cNvCxnSpPr>
          <p:nvPr/>
        </p:nvCxnSpPr>
        <p:spPr>
          <a:xfrm flipV="1">
            <a:off x="8101531" y="1779928"/>
            <a:ext cx="0" cy="615589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" name="Google Shape;480;ga2bd4a1cd8_0_91">
            <a:extLst>
              <a:ext uri="{FF2B5EF4-FFF2-40B4-BE49-F238E27FC236}">
                <a16:creationId xmlns:a16="http://schemas.microsoft.com/office/drawing/2014/main" id="{FAE456A0-F6FD-E8F0-6873-8F3F7544586B}"/>
              </a:ext>
            </a:extLst>
          </p:cNvPr>
          <p:cNvCxnSpPr>
            <a:cxnSpLocks/>
          </p:cNvCxnSpPr>
          <p:nvPr/>
        </p:nvCxnSpPr>
        <p:spPr>
          <a:xfrm>
            <a:off x="4369369" y="1779928"/>
            <a:ext cx="436213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293B29D-4890-7476-1AEE-19EBB8FD9F1D}"/>
              </a:ext>
            </a:extLst>
          </p:cNvPr>
          <p:cNvCxnSpPr>
            <a:cxnSpLocks/>
            <a:stCxn id="43" idx="3"/>
            <a:endCxn id="34" idx="1"/>
          </p:cNvCxnSpPr>
          <p:nvPr/>
        </p:nvCxnSpPr>
        <p:spPr>
          <a:xfrm flipV="1">
            <a:off x="6389655" y="2629387"/>
            <a:ext cx="421064" cy="3635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Google Shape;466;ga2bd4a1cd8_0_91">
            <a:extLst>
              <a:ext uri="{FF2B5EF4-FFF2-40B4-BE49-F238E27FC236}">
                <a16:creationId xmlns:a16="http://schemas.microsoft.com/office/drawing/2014/main" id="{F3D9F9FD-76E6-7FF5-4A2B-CF1A35A8AC8D}"/>
              </a:ext>
            </a:extLst>
          </p:cNvPr>
          <p:cNvSpPr/>
          <p:nvPr/>
        </p:nvSpPr>
        <p:spPr>
          <a:xfrm>
            <a:off x="6810719" y="2396137"/>
            <a:ext cx="1908995" cy="4665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Alert Annunciation Service</a:t>
            </a:r>
            <a:endParaRPr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4248A7B-54B3-4657-7783-E0400A19A400}"/>
              </a:ext>
            </a:extLst>
          </p:cNvPr>
          <p:cNvSpPr/>
          <p:nvPr/>
        </p:nvSpPr>
        <p:spPr>
          <a:xfrm>
            <a:off x="3110753" y="2034901"/>
            <a:ext cx="7586064" cy="3899641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rgbClr val="FF0000"/>
                </a:solidFill>
              </a:ln>
            </a:endParaRPr>
          </a:p>
        </p:txBody>
      </p:sp>
      <p:sp>
        <p:nvSpPr>
          <p:cNvPr id="58" name="Google Shape;463;ga2bd4a1cd8_0_91">
            <a:extLst>
              <a:ext uri="{FF2B5EF4-FFF2-40B4-BE49-F238E27FC236}">
                <a16:creationId xmlns:a16="http://schemas.microsoft.com/office/drawing/2014/main" id="{AB9E067C-2486-C817-0877-35332C6F2FDD}"/>
              </a:ext>
            </a:extLst>
          </p:cNvPr>
          <p:cNvSpPr txBox="1"/>
          <p:nvPr/>
        </p:nvSpPr>
        <p:spPr>
          <a:xfrm>
            <a:off x="3110753" y="2098764"/>
            <a:ext cx="852329" cy="463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DAS</a:t>
            </a:r>
            <a:endParaRPr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2" name="Google Shape;463;ga2bd4a1cd8_0_91">
            <a:extLst>
              <a:ext uri="{FF2B5EF4-FFF2-40B4-BE49-F238E27FC236}">
                <a16:creationId xmlns:a16="http://schemas.microsoft.com/office/drawing/2014/main" id="{8FBF46C1-AE73-D7DE-A862-18EB6F901A41}"/>
              </a:ext>
            </a:extLst>
          </p:cNvPr>
          <p:cNvSpPr txBox="1"/>
          <p:nvPr/>
        </p:nvSpPr>
        <p:spPr>
          <a:xfrm>
            <a:off x="1618069" y="5085221"/>
            <a:ext cx="1578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PoC A </a:t>
            </a:r>
            <a:endParaRPr b="1" dirty="0">
              <a:solidFill>
                <a:srgbClr val="4472C4"/>
              </a:solidFill>
            </a:endParaRPr>
          </a:p>
        </p:txBody>
      </p:sp>
      <p:sp>
        <p:nvSpPr>
          <p:cNvPr id="64" name="Google Shape;463;ga2bd4a1cd8_0_91">
            <a:extLst>
              <a:ext uri="{FF2B5EF4-FFF2-40B4-BE49-F238E27FC236}">
                <a16:creationId xmlns:a16="http://schemas.microsoft.com/office/drawing/2014/main" id="{295CD372-913D-2314-A474-8176EF7136A8}"/>
              </a:ext>
            </a:extLst>
          </p:cNvPr>
          <p:cNvSpPr txBox="1"/>
          <p:nvPr/>
        </p:nvSpPr>
        <p:spPr>
          <a:xfrm>
            <a:off x="8417429" y="5153212"/>
            <a:ext cx="1578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PoC B </a:t>
            </a:r>
            <a:endParaRPr b="1" dirty="0">
              <a:solidFill>
                <a:srgbClr val="4472C4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52EFF3-7D72-0CFF-4A57-5B722B261E16}"/>
              </a:ext>
            </a:extLst>
          </p:cNvPr>
          <p:cNvSpPr/>
          <p:nvPr/>
        </p:nvSpPr>
        <p:spPr>
          <a:xfrm>
            <a:off x="1326777" y="715409"/>
            <a:ext cx="9814739" cy="550432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rgbClr val="FF0000"/>
                </a:solidFill>
              </a:ln>
            </a:endParaRPr>
          </a:p>
        </p:txBody>
      </p:sp>
      <p:sp>
        <p:nvSpPr>
          <p:cNvPr id="5" name="Google Shape;463;ga2bd4a1cd8_0_91">
            <a:extLst>
              <a:ext uri="{FF2B5EF4-FFF2-40B4-BE49-F238E27FC236}">
                <a16:creationId xmlns:a16="http://schemas.microsoft.com/office/drawing/2014/main" id="{ABF59064-5ECB-04DF-A497-8935D70A053B}"/>
              </a:ext>
            </a:extLst>
          </p:cNvPr>
          <p:cNvSpPr txBox="1"/>
          <p:nvPr/>
        </p:nvSpPr>
        <p:spPr>
          <a:xfrm>
            <a:off x="1391863" y="885928"/>
            <a:ext cx="930866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DIS</a:t>
            </a:r>
            <a:endParaRPr sz="2400" b="1" dirty="0">
              <a:solidFill>
                <a:srgbClr val="FF0000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E341A7-7259-8538-089B-F5BF39271A48}"/>
              </a:ext>
            </a:extLst>
          </p:cNvPr>
          <p:cNvGrpSpPr/>
          <p:nvPr/>
        </p:nvGrpSpPr>
        <p:grpSpPr>
          <a:xfrm>
            <a:off x="8049262" y="998222"/>
            <a:ext cx="1639984" cy="488169"/>
            <a:chOff x="7513976" y="2934003"/>
            <a:chExt cx="1639984" cy="488169"/>
          </a:xfrm>
        </p:grpSpPr>
        <p:sp>
          <p:nvSpPr>
            <p:cNvPr id="7" name="Google Shape;466;ga2bd4a1cd8_0_91">
              <a:extLst>
                <a:ext uri="{FF2B5EF4-FFF2-40B4-BE49-F238E27FC236}">
                  <a16:creationId xmlns:a16="http://schemas.microsoft.com/office/drawing/2014/main" id="{7279B40E-4AB2-FCEC-C862-1564477CDC75}"/>
                </a:ext>
              </a:extLst>
            </p:cNvPr>
            <p:cNvSpPr/>
            <p:nvPr/>
          </p:nvSpPr>
          <p:spPr>
            <a:xfrm>
              <a:off x="7513976" y="2955672"/>
              <a:ext cx="1509401" cy="466500"/>
            </a:xfrm>
            <a:prstGeom prst="rect">
              <a:avLst/>
            </a:prstGeom>
            <a:solidFill>
              <a:srgbClr val="A4C2F4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Clinician </a:t>
              </a:r>
              <a:r>
                <a:rPr lang="en-US" dirty="0" err="1"/>
                <a:t>Notific</a:t>
              </a:r>
              <a:r>
                <a:rPr lang="en-US" dirty="0"/>
                <a:t>. System</a:t>
              </a:r>
              <a:endParaRPr dirty="0"/>
            </a:p>
          </p:txBody>
        </p:sp>
        <p:sp>
          <p:nvSpPr>
            <p:cNvPr id="9" name="Lightning Bolt 8">
              <a:extLst>
                <a:ext uri="{FF2B5EF4-FFF2-40B4-BE49-F238E27FC236}">
                  <a16:creationId xmlns:a16="http://schemas.microsoft.com/office/drawing/2014/main" id="{E2825884-892F-0FF4-2EF2-C2C413343391}"/>
                </a:ext>
              </a:extLst>
            </p:cNvPr>
            <p:cNvSpPr/>
            <p:nvPr/>
          </p:nvSpPr>
          <p:spPr>
            <a:xfrm>
              <a:off x="8959097" y="2934003"/>
              <a:ext cx="194863" cy="394089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019F6-047C-7D50-8AD0-318704766AB8}"/>
              </a:ext>
            </a:extLst>
          </p:cNvPr>
          <p:cNvGrpSpPr/>
          <p:nvPr/>
        </p:nvGrpSpPr>
        <p:grpSpPr>
          <a:xfrm>
            <a:off x="10001552" y="898480"/>
            <a:ext cx="918028" cy="862166"/>
            <a:chOff x="9434570" y="1690825"/>
            <a:chExt cx="1953880" cy="1768165"/>
          </a:xfrm>
        </p:grpSpPr>
        <p:pic>
          <p:nvPicPr>
            <p:cNvPr id="11" name="Picture 2" descr="IPhone Smartphone Clip Art, PNG, 884x1552px, Iphone, Android, Cellular  Network, Communication, Communication Device Download Free">
              <a:extLst>
                <a:ext uri="{FF2B5EF4-FFF2-40B4-BE49-F238E27FC236}">
                  <a16:creationId xmlns:a16="http://schemas.microsoft.com/office/drawing/2014/main" id="{1F57B682-9A40-C1F6-EC11-2A141A7165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78362" y="1902502"/>
              <a:ext cx="550310" cy="9656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 descr="IPhone Smartphone Clip Art, PNG, 884x1552px, Iphone, Android, Cellular  Network, Communication, Communication Device Download Free">
              <a:extLst>
                <a:ext uri="{FF2B5EF4-FFF2-40B4-BE49-F238E27FC236}">
                  <a16:creationId xmlns:a16="http://schemas.microsoft.com/office/drawing/2014/main" id="{B13A3FA6-7A14-3551-21B3-3E1D9BB9C7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0762" y="2054902"/>
              <a:ext cx="550310" cy="9656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IPhone Smartphone Clip Art, PNG, 884x1552px, Iphone, Android, Cellular  Network, Communication, Communication Device Download Free">
              <a:extLst>
                <a:ext uri="{FF2B5EF4-FFF2-40B4-BE49-F238E27FC236}">
                  <a16:creationId xmlns:a16="http://schemas.microsoft.com/office/drawing/2014/main" id="{940F3537-A804-2301-B985-2D33C9BBCC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3162" y="2207302"/>
              <a:ext cx="550310" cy="9656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IPhone Smartphone Clip Art, PNG, 884x1552px, Iphone, Android, Cellular  Network, Communication, Communication Device Download Free">
              <a:extLst>
                <a:ext uri="{FF2B5EF4-FFF2-40B4-BE49-F238E27FC236}">
                  <a16:creationId xmlns:a16="http://schemas.microsoft.com/office/drawing/2014/main" id="{211AA7B0-5D79-F279-0260-E8BDCBFA47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35562" y="2359702"/>
              <a:ext cx="550310" cy="9656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Lightning Bolt 18">
              <a:extLst>
                <a:ext uri="{FF2B5EF4-FFF2-40B4-BE49-F238E27FC236}">
                  <a16:creationId xmlns:a16="http://schemas.microsoft.com/office/drawing/2014/main" id="{9D360CEE-35E9-E7FD-1FAA-7757E42161FE}"/>
                </a:ext>
              </a:extLst>
            </p:cNvPr>
            <p:cNvSpPr/>
            <p:nvPr/>
          </p:nvSpPr>
          <p:spPr>
            <a:xfrm>
              <a:off x="10450483" y="1865589"/>
              <a:ext cx="194863" cy="394089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EE59DA4-66BC-1FE4-0007-7BB0A097227D}"/>
                </a:ext>
              </a:extLst>
            </p:cNvPr>
            <p:cNvSpPr/>
            <p:nvPr/>
          </p:nvSpPr>
          <p:spPr>
            <a:xfrm>
              <a:off x="9434570" y="1690825"/>
              <a:ext cx="1953880" cy="1768165"/>
            </a:xfrm>
            <a:prstGeom prst="rect">
              <a:avLst/>
            </a:prstGeom>
            <a:solidFill>
              <a:srgbClr val="4472C4">
                <a:alpha val="10196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Google Shape;466;ga2bd4a1cd8_0_91">
            <a:extLst>
              <a:ext uri="{FF2B5EF4-FFF2-40B4-BE49-F238E27FC236}">
                <a16:creationId xmlns:a16="http://schemas.microsoft.com/office/drawing/2014/main" id="{A4EDABE8-06FA-9968-6C94-868AD09438C7}"/>
              </a:ext>
            </a:extLst>
          </p:cNvPr>
          <p:cNvSpPr/>
          <p:nvPr/>
        </p:nvSpPr>
        <p:spPr>
          <a:xfrm>
            <a:off x="6365978" y="1016185"/>
            <a:ext cx="1219200" cy="4665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Alert GW Service</a:t>
            </a:r>
            <a:endParaRPr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E4471B0-7DC2-A0BE-14A5-55B72484AC9C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6975578" y="1482685"/>
            <a:ext cx="0" cy="297243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E41E3B4-3B37-5469-4934-1E9B09D05ED2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7585178" y="1253141"/>
            <a:ext cx="464084" cy="6352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oogle Shape;481;ga2bd4a1cd8_0_91">
            <a:extLst>
              <a:ext uri="{FF2B5EF4-FFF2-40B4-BE49-F238E27FC236}">
                <a16:creationId xmlns:a16="http://schemas.microsoft.com/office/drawing/2014/main" id="{09E1D998-03BA-CC31-14E8-49ED0A204026}"/>
              </a:ext>
            </a:extLst>
          </p:cNvPr>
          <p:cNvCxnSpPr>
            <a:cxnSpLocks/>
          </p:cNvCxnSpPr>
          <p:nvPr/>
        </p:nvCxnSpPr>
        <p:spPr>
          <a:xfrm flipH="1" flipV="1">
            <a:off x="3693110" y="3702662"/>
            <a:ext cx="14134" cy="750707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</p:cxnSp>
      <p:cxnSp>
        <p:nvCxnSpPr>
          <p:cNvPr id="60" name="Google Shape;481;ga2bd4a1cd8_0_91">
            <a:extLst>
              <a:ext uri="{FF2B5EF4-FFF2-40B4-BE49-F238E27FC236}">
                <a16:creationId xmlns:a16="http://schemas.microsoft.com/office/drawing/2014/main" id="{1F159055-F266-6C4E-3450-08CB4FF7D99A}"/>
              </a:ext>
            </a:extLst>
          </p:cNvPr>
          <p:cNvCxnSpPr>
            <a:cxnSpLocks/>
          </p:cNvCxnSpPr>
          <p:nvPr/>
        </p:nvCxnSpPr>
        <p:spPr>
          <a:xfrm>
            <a:off x="3715971" y="3702662"/>
            <a:ext cx="2027017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</p:cxnSp>
      <p:cxnSp>
        <p:nvCxnSpPr>
          <p:cNvPr id="74" name="Google Shape;481;ga2bd4a1cd8_0_91">
            <a:extLst>
              <a:ext uri="{FF2B5EF4-FFF2-40B4-BE49-F238E27FC236}">
                <a16:creationId xmlns:a16="http://schemas.microsoft.com/office/drawing/2014/main" id="{5EDA8B59-EB4F-AF8D-55B2-759CA76579C6}"/>
              </a:ext>
            </a:extLst>
          </p:cNvPr>
          <p:cNvCxnSpPr>
            <a:cxnSpLocks/>
          </p:cNvCxnSpPr>
          <p:nvPr/>
        </p:nvCxnSpPr>
        <p:spPr>
          <a:xfrm flipV="1">
            <a:off x="6902563" y="1495707"/>
            <a:ext cx="0" cy="271198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</p:cxnSp>
      <p:cxnSp>
        <p:nvCxnSpPr>
          <p:cNvPr id="79" name="Google Shape;481;ga2bd4a1cd8_0_91">
            <a:extLst>
              <a:ext uri="{FF2B5EF4-FFF2-40B4-BE49-F238E27FC236}">
                <a16:creationId xmlns:a16="http://schemas.microsoft.com/office/drawing/2014/main" id="{29AB0537-30AF-88A5-C7BB-6DFAFF6B6C44}"/>
              </a:ext>
            </a:extLst>
          </p:cNvPr>
          <p:cNvCxnSpPr>
            <a:cxnSpLocks/>
          </p:cNvCxnSpPr>
          <p:nvPr/>
        </p:nvCxnSpPr>
        <p:spPr>
          <a:xfrm flipH="1" flipV="1">
            <a:off x="5737469" y="2913760"/>
            <a:ext cx="14134" cy="750707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</p:cxnSp>
      <p:cxnSp>
        <p:nvCxnSpPr>
          <p:cNvPr id="83" name="Google Shape;481;ga2bd4a1cd8_0_91">
            <a:extLst>
              <a:ext uri="{FF2B5EF4-FFF2-40B4-BE49-F238E27FC236}">
                <a16:creationId xmlns:a16="http://schemas.microsoft.com/office/drawing/2014/main" id="{23AA0B95-A4E3-39C9-B391-AF1CDAF1863E}"/>
              </a:ext>
            </a:extLst>
          </p:cNvPr>
          <p:cNvCxnSpPr>
            <a:cxnSpLocks/>
          </p:cNvCxnSpPr>
          <p:nvPr/>
        </p:nvCxnSpPr>
        <p:spPr>
          <a:xfrm>
            <a:off x="5737120" y="1715403"/>
            <a:ext cx="1165443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</p:spPr>
      </p:cxnSp>
      <p:sp>
        <p:nvSpPr>
          <p:cNvPr id="86" name="Google Shape;470;ga2bd4a1cd8_0_91">
            <a:extLst>
              <a:ext uri="{FF2B5EF4-FFF2-40B4-BE49-F238E27FC236}">
                <a16:creationId xmlns:a16="http://schemas.microsoft.com/office/drawing/2014/main" id="{05140C13-5270-7A4E-F775-4EF22185F661}"/>
              </a:ext>
            </a:extLst>
          </p:cNvPr>
          <p:cNvSpPr/>
          <p:nvPr/>
        </p:nvSpPr>
        <p:spPr>
          <a:xfrm>
            <a:off x="2066978" y="3180759"/>
            <a:ext cx="823500" cy="466500"/>
          </a:xfrm>
          <a:prstGeom prst="rect">
            <a:avLst/>
          </a:prstGeom>
          <a:solidFill>
            <a:schemeClr val="tx2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Pump</a:t>
            </a:r>
            <a:endParaRPr dirty="0"/>
          </a:p>
        </p:txBody>
      </p:sp>
      <p:cxnSp>
        <p:nvCxnSpPr>
          <p:cNvPr id="87" name="Google Shape;483;ga2bd4a1cd8_0_91">
            <a:extLst>
              <a:ext uri="{FF2B5EF4-FFF2-40B4-BE49-F238E27FC236}">
                <a16:creationId xmlns:a16="http://schemas.microsoft.com/office/drawing/2014/main" id="{C2A277B9-821F-7076-6854-6768C3085B92}"/>
              </a:ext>
            </a:extLst>
          </p:cNvPr>
          <p:cNvCxnSpPr>
            <a:cxnSpLocks/>
          </p:cNvCxnSpPr>
          <p:nvPr/>
        </p:nvCxnSpPr>
        <p:spPr>
          <a:xfrm flipV="1">
            <a:off x="2513290" y="3636648"/>
            <a:ext cx="0" cy="145849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18125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</TotalTime>
  <Words>31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SDPi Use Case:  SPoC</dc:title>
  <dc:creator>Ken Fuchs</dc:creator>
  <cp:lastModifiedBy>Todd Cooper</cp:lastModifiedBy>
  <cp:revision>18</cp:revision>
  <dcterms:created xsi:type="dcterms:W3CDTF">2020-10-25T20:19:22Z</dcterms:created>
  <dcterms:modified xsi:type="dcterms:W3CDTF">2026-10-15T19:12:04Z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6b2258f-3676-449a-9218-817a22e44788_Enabled">
    <vt:lpwstr>true</vt:lpwstr>
  </property>
  <property fmtid="{D5CDD505-2E9C-101B-9397-08002B2CF9AE}" pid="3" name="MSIP_Label_16b2258f-3676-449a-9218-817a22e44788_SetDate">
    <vt:lpwstr>2022-10-11T12:00:10Z</vt:lpwstr>
  </property>
  <property fmtid="{D5CDD505-2E9C-101B-9397-08002B2CF9AE}" pid="4" name="MSIP_Label_16b2258f-3676-449a-9218-817a22e44788_Method">
    <vt:lpwstr>Standard</vt:lpwstr>
  </property>
  <property fmtid="{D5CDD505-2E9C-101B-9397-08002B2CF9AE}" pid="5" name="MSIP_Label_16b2258f-3676-449a-9218-817a22e44788_Name">
    <vt:lpwstr>Internal - Labeled</vt:lpwstr>
  </property>
  <property fmtid="{D5CDD505-2E9C-101B-9397-08002B2CF9AE}" pid="6" name="MSIP_Label_16b2258f-3676-449a-9218-817a22e44788_SiteId">
    <vt:lpwstr>e8d897a8-f400-4625-858a-6f3ae627542b</vt:lpwstr>
  </property>
  <property fmtid="{D5CDD505-2E9C-101B-9397-08002B2CF9AE}" pid="7" name="MSIP_Label_16b2258f-3676-449a-9218-817a22e44788_ActionId">
    <vt:lpwstr>664feaa0-e2b3-462b-bd7d-d4b607a7efaa</vt:lpwstr>
  </property>
  <property fmtid="{D5CDD505-2E9C-101B-9397-08002B2CF9AE}" pid="8" name="MSIP_Label_16b2258f-3676-449a-9218-817a22e44788_ContentBits">
    <vt:lpwstr>1</vt:lpwstr>
  </property>
</Properties>
</file>