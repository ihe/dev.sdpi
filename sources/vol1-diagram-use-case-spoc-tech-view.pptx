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80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ioXqX06bVoM2NZpyvmQ4oN2c7f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/>
    <p:restoredTop sz="94694"/>
  </p:normalViewPr>
  <p:slideViewPr>
    <p:cSldViewPr snapToGrid="0" snapToObjects="1">
      <p:cViewPr varScale="1">
        <p:scale>
          <a:sx n="101" d="100"/>
          <a:sy n="101" d="100"/>
        </p:scale>
        <p:origin x="138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21" Type="http://customschemas.google.com/relationships/presentationmetadata" Target="meta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23" Type="http://schemas.openxmlformats.org/officeDocument/2006/relationships/viewProps" Target="viewProps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>
          <a:extLst>
            <a:ext uri="{FF2B5EF4-FFF2-40B4-BE49-F238E27FC236}">
              <a16:creationId xmlns:a16="http://schemas.microsoft.com/office/drawing/2014/main" id="{B541A142-D111-1787-4C18-5A419788C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a2bd4a1cd8_0_91:notes">
            <a:extLst>
              <a:ext uri="{FF2B5EF4-FFF2-40B4-BE49-F238E27FC236}">
                <a16:creationId xmlns:a16="http://schemas.microsoft.com/office/drawing/2014/main" id="{1CC5371A-361C-7218-DE0A-E72DBC8A11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ga2bd4a1cd8_0_91:notes">
            <a:extLst>
              <a:ext uri="{FF2B5EF4-FFF2-40B4-BE49-F238E27FC236}">
                <a16:creationId xmlns:a16="http://schemas.microsoft.com/office/drawing/2014/main" id="{DFD19188-A7E1-87D4-29CE-53E65361F4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64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type="titleOnly">
  <p:cSld name="TITLE_ONL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MSIPCMContentMarking" descr="{&quot;HashCode&quot;:25983820,&quot;Placement&quot;:&quot;Header&quot;,&quot;Top&quot;:0.0,&quot;Left&quot;:0.0,&quot;SlideWidth&quot;:960,&quot;SlideHeight&quot;:540}">
            <a:extLst>
              <a:ext uri="{FF2B5EF4-FFF2-40B4-BE49-F238E27FC236}">
                <a16:creationId xmlns:a16="http://schemas.microsoft.com/office/drawing/2014/main" id="{DA4F39B6-03F5-4CB7-93DF-412815C1D9F6}"/>
              </a:ext>
            </a:extLst>
          </p:cNvPr>
          <p:cNvSpPr txBox="1"/>
          <p:nvPr userDrawn="1"/>
        </p:nvSpPr>
        <p:spPr>
          <a:xfrm>
            <a:off x="0" y="0"/>
            <a:ext cx="678298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6A800"/>
                </a:solidFill>
                <a:latin typeface="Calibri" panose="020F0502020204030204" pitchFamily="34" charset="0"/>
              </a:rPr>
              <a:t>Internal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>
          <a:extLst>
            <a:ext uri="{FF2B5EF4-FFF2-40B4-BE49-F238E27FC236}">
              <a16:creationId xmlns:a16="http://schemas.microsoft.com/office/drawing/2014/main" id="{20831B96-1A59-D5E2-893A-B1A8E57E6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480;ga2bd4a1cd8_0_91">
            <a:extLst>
              <a:ext uri="{FF2B5EF4-FFF2-40B4-BE49-F238E27FC236}">
                <a16:creationId xmlns:a16="http://schemas.microsoft.com/office/drawing/2014/main" id="{653BB80F-2280-8022-7F08-BEFF68A7B191}"/>
              </a:ext>
            </a:extLst>
          </p:cNvPr>
          <p:cNvCxnSpPr>
            <a:cxnSpLocks/>
          </p:cNvCxnSpPr>
          <p:nvPr/>
        </p:nvCxnSpPr>
        <p:spPr>
          <a:xfrm>
            <a:off x="9738411" y="-1555441"/>
            <a:ext cx="614192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Google Shape;480;ga2bd4a1cd8_0_91">
            <a:extLst>
              <a:ext uri="{FF2B5EF4-FFF2-40B4-BE49-F238E27FC236}">
                <a16:creationId xmlns:a16="http://schemas.microsoft.com/office/drawing/2014/main" id="{E8D51C46-12F6-9E5A-DFEC-420C692CB344}"/>
              </a:ext>
            </a:extLst>
          </p:cNvPr>
          <p:cNvCxnSpPr>
            <a:cxnSpLocks/>
          </p:cNvCxnSpPr>
          <p:nvPr/>
        </p:nvCxnSpPr>
        <p:spPr>
          <a:xfrm>
            <a:off x="9890811" y="-1403041"/>
            <a:ext cx="614192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Google Shape;480;ga2bd4a1cd8_0_91">
            <a:extLst>
              <a:ext uri="{FF2B5EF4-FFF2-40B4-BE49-F238E27FC236}">
                <a16:creationId xmlns:a16="http://schemas.microsoft.com/office/drawing/2014/main" id="{97596682-69F8-3DA6-8480-BC37F66C1065}"/>
              </a:ext>
            </a:extLst>
          </p:cNvPr>
          <p:cNvCxnSpPr>
            <a:cxnSpLocks/>
          </p:cNvCxnSpPr>
          <p:nvPr/>
        </p:nvCxnSpPr>
        <p:spPr>
          <a:xfrm>
            <a:off x="10043211" y="-1250641"/>
            <a:ext cx="614192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480;ga2bd4a1cd8_0_91">
            <a:extLst>
              <a:ext uri="{FF2B5EF4-FFF2-40B4-BE49-F238E27FC236}">
                <a16:creationId xmlns:a16="http://schemas.microsoft.com/office/drawing/2014/main" id="{885D45B6-95DB-CB3B-E8CA-479DB78054AC}"/>
              </a:ext>
            </a:extLst>
          </p:cNvPr>
          <p:cNvCxnSpPr>
            <a:cxnSpLocks/>
          </p:cNvCxnSpPr>
          <p:nvPr/>
        </p:nvCxnSpPr>
        <p:spPr>
          <a:xfrm>
            <a:off x="10195611" y="-1098241"/>
            <a:ext cx="614192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Google Shape;463;ga2bd4a1cd8_0_91">
            <a:extLst>
              <a:ext uri="{FF2B5EF4-FFF2-40B4-BE49-F238E27FC236}">
                <a16:creationId xmlns:a16="http://schemas.microsoft.com/office/drawing/2014/main" id="{E2BC5BF8-4080-7AB8-496D-64F8751B24CA}"/>
              </a:ext>
            </a:extLst>
          </p:cNvPr>
          <p:cNvSpPr txBox="1"/>
          <p:nvPr/>
        </p:nvSpPr>
        <p:spPr>
          <a:xfrm>
            <a:off x="3329225" y="4487546"/>
            <a:ext cx="1578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Patient 1</a:t>
            </a:r>
            <a:endParaRPr dirty="0"/>
          </a:p>
        </p:txBody>
      </p:sp>
      <p:sp>
        <p:nvSpPr>
          <p:cNvPr id="14" name="Google Shape;469;ga2bd4a1cd8_0_91">
            <a:extLst>
              <a:ext uri="{FF2B5EF4-FFF2-40B4-BE49-F238E27FC236}">
                <a16:creationId xmlns:a16="http://schemas.microsoft.com/office/drawing/2014/main" id="{015FC929-8172-8054-9FC0-ACE77D1A59C9}"/>
              </a:ext>
            </a:extLst>
          </p:cNvPr>
          <p:cNvSpPr/>
          <p:nvPr/>
        </p:nvSpPr>
        <p:spPr>
          <a:xfrm>
            <a:off x="2558498" y="3905696"/>
            <a:ext cx="9612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Monitor</a:t>
            </a:r>
            <a:endParaRPr dirty="0"/>
          </a:p>
        </p:txBody>
      </p:sp>
      <p:sp>
        <p:nvSpPr>
          <p:cNvPr id="22" name="Google Shape;470;ga2bd4a1cd8_0_91">
            <a:extLst>
              <a:ext uri="{FF2B5EF4-FFF2-40B4-BE49-F238E27FC236}">
                <a16:creationId xmlns:a16="http://schemas.microsoft.com/office/drawing/2014/main" id="{464F946C-0B1A-E6C0-FC35-D0259A262866}"/>
              </a:ext>
            </a:extLst>
          </p:cNvPr>
          <p:cNvSpPr/>
          <p:nvPr/>
        </p:nvSpPr>
        <p:spPr>
          <a:xfrm>
            <a:off x="3701498" y="3905696"/>
            <a:ext cx="8235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Pump</a:t>
            </a:r>
            <a:endParaRPr dirty="0"/>
          </a:p>
        </p:txBody>
      </p:sp>
      <p:sp>
        <p:nvSpPr>
          <p:cNvPr id="26" name="Google Shape;473;ga2bd4a1cd8_0_91">
            <a:extLst>
              <a:ext uri="{FF2B5EF4-FFF2-40B4-BE49-F238E27FC236}">
                <a16:creationId xmlns:a16="http://schemas.microsoft.com/office/drawing/2014/main" id="{E1AB7A87-E942-CAD8-4FFC-BE06B2E93F2D}"/>
              </a:ext>
            </a:extLst>
          </p:cNvPr>
          <p:cNvSpPr/>
          <p:nvPr/>
        </p:nvSpPr>
        <p:spPr>
          <a:xfrm>
            <a:off x="4692098" y="3905696"/>
            <a:ext cx="9612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Ventilator</a:t>
            </a:r>
            <a:endParaRPr dirty="0"/>
          </a:p>
        </p:txBody>
      </p:sp>
      <p:cxnSp>
        <p:nvCxnSpPr>
          <p:cNvPr id="27" name="Google Shape;480;ga2bd4a1cd8_0_91">
            <a:extLst>
              <a:ext uri="{FF2B5EF4-FFF2-40B4-BE49-F238E27FC236}">
                <a16:creationId xmlns:a16="http://schemas.microsoft.com/office/drawing/2014/main" id="{9AD40E22-3841-F195-9FEA-D60C8BB3A701}"/>
              </a:ext>
            </a:extLst>
          </p:cNvPr>
          <p:cNvCxnSpPr>
            <a:cxnSpLocks/>
          </p:cNvCxnSpPr>
          <p:nvPr/>
        </p:nvCxnSpPr>
        <p:spPr>
          <a:xfrm>
            <a:off x="2604448" y="3289946"/>
            <a:ext cx="7122089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481;ga2bd4a1cd8_0_91">
            <a:extLst>
              <a:ext uri="{FF2B5EF4-FFF2-40B4-BE49-F238E27FC236}">
                <a16:creationId xmlns:a16="http://schemas.microsoft.com/office/drawing/2014/main" id="{EE7445B7-3B86-4EC9-A6D7-C61E4D22A0D3}"/>
              </a:ext>
            </a:extLst>
          </p:cNvPr>
          <p:cNvCxnSpPr/>
          <p:nvPr/>
        </p:nvCxnSpPr>
        <p:spPr>
          <a:xfrm rot="10800000">
            <a:off x="3049148" y="3271396"/>
            <a:ext cx="0" cy="630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" name="Google Shape;482;ga2bd4a1cd8_0_91">
            <a:extLst>
              <a:ext uri="{FF2B5EF4-FFF2-40B4-BE49-F238E27FC236}">
                <a16:creationId xmlns:a16="http://schemas.microsoft.com/office/drawing/2014/main" id="{48576A1D-09E9-D538-FE56-6A3829035E75}"/>
              </a:ext>
            </a:extLst>
          </p:cNvPr>
          <p:cNvCxnSpPr>
            <a:cxnSpLocks/>
          </p:cNvCxnSpPr>
          <p:nvPr/>
        </p:nvCxnSpPr>
        <p:spPr>
          <a:xfrm flipV="1">
            <a:off x="4089496" y="3279721"/>
            <a:ext cx="0" cy="640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Google Shape;483;ga2bd4a1cd8_0_91">
            <a:extLst>
              <a:ext uri="{FF2B5EF4-FFF2-40B4-BE49-F238E27FC236}">
                <a16:creationId xmlns:a16="http://schemas.microsoft.com/office/drawing/2014/main" id="{13D19F57-62A7-1611-1B03-AE79F74DFCF4}"/>
              </a:ext>
            </a:extLst>
          </p:cNvPr>
          <p:cNvCxnSpPr/>
          <p:nvPr/>
        </p:nvCxnSpPr>
        <p:spPr>
          <a:xfrm rot="10800000">
            <a:off x="5217023" y="3279721"/>
            <a:ext cx="0" cy="640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Google Shape;486;ga2bd4a1cd8_0_91">
            <a:extLst>
              <a:ext uri="{FF2B5EF4-FFF2-40B4-BE49-F238E27FC236}">
                <a16:creationId xmlns:a16="http://schemas.microsoft.com/office/drawing/2014/main" id="{4A4D9B5F-71D0-D4B5-6E59-F4A06001C43B}"/>
              </a:ext>
            </a:extLst>
          </p:cNvPr>
          <p:cNvSpPr txBox="1"/>
          <p:nvPr/>
        </p:nvSpPr>
        <p:spPr>
          <a:xfrm>
            <a:off x="3595746" y="2925071"/>
            <a:ext cx="209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MD LAN</a:t>
            </a:r>
            <a:endParaRPr dirty="0"/>
          </a:p>
        </p:txBody>
      </p:sp>
      <p:sp>
        <p:nvSpPr>
          <p:cNvPr id="32" name="Google Shape;463;ga2bd4a1cd8_0_91">
            <a:extLst>
              <a:ext uri="{FF2B5EF4-FFF2-40B4-BE49-F238E27FC236}">
                <a16:creationId xmlns:a16="http://schemas.microsoft.com/office/drawing/2014/main" id="{50297F31-D874-318C-FA34-76B959C75C64}"/>
              </a:ext>
            </a:extLst>
          </p:cNvPr>
          <p:cNvSpPr txBox="1"/>
          <p:nvPr/>
        </p:nvSpPr>
        <p:spPr>
          <a:xfrm>
            <a:off x="7402464" y="4487546"/>
            <a:ext cx="1578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Patient 2</a:t>
            </a:r>
            <a:endParaRPr dirty="0"/>
          </a:p>
        </p:txBody>
      </p:sp>
      <p:sp>
        <p:nvSpPr>
          <p:cNvPr id="33" name="Google Shape;469;ga2bd4a1cd8_0_91">
            <a:extLst>
              <a:ext uri="{FF2B5EF4-FFF2-40B4-BE49-F238E27FC236}">
                <a16:creationId xmlns:a16="http://schemas.microsoft.com/office/drawing/2014/main" id="{0F028875-BD29-867C-04FC-27C807E0BDD9}"/>
              </a:ext>
            </a:extLst>
          </p:cNvPr>
          <p:cNvSpPr/>
          <p:nvPr/>
        </p:nvSpPr>
        <p:spPr>
          <a:xfrm>
            <a:off x="6631737" y="3905696"/>
            <a:ext cx="9612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Monitor</a:t>
            </a:r>
            <a:endParaRPr dirty="0"/>
          </a:p>
        </p:txBody>
      </p:sp>
      <p:sp>
        <p:nvSpPr>
          <p:cNvPr id="35" name="Google Shape;470;ga2bd4a1cd8_0_91">
            <a:extLst>
              <a:ext uri="{FF2B5EF4-FFF2-40B4-BE49-F238E27FC236}">
                <a16:creationId xmlns:a16="http://schemas.microsoft.com/office/drawing/2014/main" id="{9CF7C2B2-DB8C-365E-137D-7E5ED4CC29E1}"/>
              </a:ext>
            </a:extLst>
          </p:cNvPr>
          <p:cNvSpPr/>
          <p:nvPr/>
        </p:nvSpPr>
        <p:spPr>
          <a:xfrm>
            <a:off x="7774737" y="3905696"/>
            <a:ext cx="8235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Pump</a:t>
            </a:r>
            <a:endParaRPr dirty="0"/>
          </a:p>
        </p:txBody>
      </p:sp>
      <p:sp>
        <p:nvSpPr>
          <p:cNvPr id="36" name="Google Shape;473;ga2bd4a1cd8_0_91">
            <a:extLst>
              <a:ext uri="{FF2B5EF4-FFF2-40B4-BE49-F238E27FC236}">
                <a16:creationId xmlns:a16="http://schemas.microsoft.com/office/drawing/2014/main" id="{09312FAA-E94A-4E45-744A-959212666758}"/>
              </a:ext>
            </a:extLst>
          </p:cNvPr>
          <p:cNvSpPr/>
          <p:nvPr/>
        </p:nvSpPr>
        <p:spPr>
          <a:xfrm>
            <a:off x="8765337" y="3905696"/>
            <a:ext cx="961200" cy="466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Ventilator</a:t>
            </a:r>
            <a:endParaRPr dirty="0"/>
          </a:p>
        </p:txBody>
      </p:sp>
      <p:cxnSp>
        <p:nvCxnSpPr>
          <p:cNvPr id="37" name="Google Shape;481;ga2bd4a1cd8_0_91">
            <a:extLst>
              <a:ext uri="{FF2B5EF4-FFF2-40B4-BE49-F238E27FC236}">
                <a16:creationId xmlns:a16="http://schemas.microsoft.com/office/drawing/2014/main" id="{EAE85173-AEED-DEF9-F65D-CE321AA5AABE}"/>
              </a:ext>
            </a:extLst>
          </p:cNvPr>
          <p:cNvCxnSpPr/>
          <p:nvPr/>
        </p:nvCxnSpPr>
        <p:spPr>
          <a:xfrm rot="10800000">
            <a:off x="7122387" y="3271396"/>
            <a:ext cx="0" cy="630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" name="Google Shape;482;ga2bd4a1cd8_0_91">
            <a:extLst>
              <a:ext uri="{FF2B5EF4-FFF2-40B4-BE49-F238E27FC236}">
                <a16:creationId xmlns:a16="http://schemas.microsoft.com/office/drawing/2014/main" id="{11C251BE-03C6-EADA-482D-841BF9B897D7}"/>
              </a:ext>
            </a:extLst>
          </p:cNvPr>
          <p:cNvCxnSpPr>
            <a:cxnSpLocks/>
          </p:cNvCxnSpPr>
          <p:nvPr/>
        </p:nvCxnSpPr>
        <p:spPr>
          <a:xfrm flipV="1">
            <a:off x="8162735" y="3279721"/>
            <a:ext cx="0" cy="640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483;ga2bd4a1cd8_0_91">
            <a:extLst>
              <a:ext uri="{FF2B5EF4-FFF2-40B4-BE49-F238E27FC236}">
                <a16:creationId xmlns:a16="http://schemas.microsoft.com/office/drawing/2014/main" id="{DFB31509-F78D-1155-F12F-2ECE8AF66094}"/>
              </a:ext>
            </a:extLst>
          </p:cNvPr>
          <p:cNvCxnSpPr/>
          <p:nvPr/>
        </p:nvCxnSpPr>
        <p:spPr>
          <a:xfrm rot="10800000">
            <a:off x="9290262" y="3279721"/>
            <a:ext cx="0" cy="640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" name="Google Shape;483;ga2bd4a1cd8_0_91">
            <a:extLst>
              <a:ext uri="{FF2B5EF4-FFF2-40B4-BE49-F238E27FC236}">
                <a16:creationId xmlns:a16="http://schemas.microsoft.com/office/drawing/2014/main" id="{869B56BB-AFD8-6BD4-23D5-031EED265345}"/>
              </a:ext>
            </a:extLst>
          </p:cNvPr>
          <p:cNvCxnSpPr>
            <a:cxnSpLocks/>
          </p:cNvCxnSpPr>
          <p:nvPr/>
        </p:nvCxnSpPr>
        <p:spPr>
          <a:xfrm flipV="1">
            <a:off x="6119545" y="1297603"/>
            <a:ext cx="0" cy="2002569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2E02A01F-F8D2-9A84-A496-DC5F68B4A5F6}"/>
              </a:ext>
            </a:extLst>
          </p:cNvPr>
          <p:cNvSpPr/>
          <p:nvPr/>
        </p:nvSpPr>
        <p:spPr>
          <a:xfrm>
            <a:off x="2090057" y="2595624"/>
            <a:ext cx="3851564" cy="242256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6803F25-CBBD-9E2A-927E-4F1D2F0BA5D6}"/>
              </a:ext>
            </a:extLst>
          </p:cNvPr>
          <p:cNvSpPr/>
          <p:nvPr/>
        </p:nvSpPr>
        <p:spPr>
          <a:xfrm>
            <a:off x="6341423" y="2595624"/>
            <a:ext cx="3851564" cy="242256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Google Shape;466;ga2bd4a1cd8_0_91">
            <a:extLst>
              <a:ext uri="{FF2B5EF4-FFF2-40B4-BE49-F238E27FC236}">
                <a16:creationId xmlns:a16="http://schemas.microsoft.com/office/drawing/2014/main" id="{B1AD0B0E-B777-4CFD-A7C2-06CD05FC63A3}"/>
              </a:ext>
            </a:extLst>
          </p:cNvPr>
          <p:cNvSpPr/>
          <p:nvPr/>
        </p:nvSpPr>
        <p:spPr>
          <a:xfrm>
            <a:off x="5493184" y="1917447"/>
            <a:ext cx="1219200" cy="466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SPoC Coordinator</a:t>
            </a:r>
            <a:endParaRPr dirty="0"/>
          </a:p>
        </p:txBody>
      </p:sp>
      <p:cxnSp>
        <p:nvCxnSpPr>
          <p:cNvPr id="45" name="Google Shape;481;ga2bd4a1cd8_0_91">
            <a:extLst>
              <a:ext uri="{FF2B5EF4-FFF2-40B4-BE49-F238E27FC236}">
                <a16:creationId xmlns:a16="http://schemas.microsoft.com/office/drawing/2014/main" id="{A6B01E55-76A7-558E-047A-8B92B18865EB}"/>
              </a:ext>
            </a:extLst>
          </p:cNvPr>
          <p:cNvCxnSpPr>
            <a:cxnSpLocks/>
          </p:cNvCxnSpPr>
          <p:nvPr/>
        </p:nvCxnSpPr>
        <p:spPr>
          <a:xfrm flipV="1">
            <a:off x="8424260" y="1297603"/>
            <a:ext cx="0" cy="615589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" name="Google Shape;480;ga2bd4a1cd8_0_91">
            <a:extLst>
              <a:ext uri="{FF2B5EF4-FFF2-40B4-BE49-F238E27FC236}">
                <a16:creationId xmlns:a16="http://schemas.microsoft.com/office/drawing/2014/main" id="{FAE456A0-F6FD-E8F0-6873-8F3F7544586B}"/>
              </a:ext>
            </a:extLst>
          </p:cNvPr>
          <p:cNvCxnSpPr>
            <a:cxnSpLocks/>
          </p:cNvCxnSpPr>
          <p:nvPr/>
        </p:nvCxnSpPr>
        <p:spPr>
          <a:xfrm>
            <a:off x="4692098" y="1297603"/>
            <a:ext cx="436213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293B29D-4890-7476-1AEE-19EBB8FD9F1D}"/>
              </a:ext>
            </a:extLst>
          </p:cNvPr>
          <p:cNvCxnSpPr>
            <a:cxnSpLocks/>
            <a:stCxn id="43" idx="3"/>
            <a:endCxn id="34" idx="1"/>
          </p:cNvCxnSpPr>
          <p:nvPr/>
        </p:nvCxnSpPr>
        <p:spPr>
          <a:xfrm flipV="1">
            <a:off x="6712384" y="2147062"/>
            <a:ext cx="421064" cy="3635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Google Shape;466;ga2bd4a1cd8_0_91">
            <a:extLst>
              <a:ext uri="{FF2B5EF4-FFF2-40B4-BE49-F238E27FC236}">
                <a16:creationId xmlns:a16="http://schemas.microsoft.com/office/drawing/2014/main" id="{F3D9F9FD-76E6-7FF5-4A2B-CF1A35A8AC8D}"/>
              </a:ext>
            </a:extLst>
          </p:cNvPr>
          <p:cNvSpPr/>
          <p:nvPr/>
        </p:nvSpPr>
        <p:spPr>
          <a:xfrm>
            <a:off x="7133448" y="1913812"/>
            <a:ext cx="1908995" cy="466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Alert Annunciation Service</a:t>
            </a:r>
            <a:endParaRPr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248A7B-54B3-4657-7783-E0400A19A400}"/>
              </a:ext>
            </a:extLst>
          </p:cNvPr>
          <p:cNvSpPr/>
          <p:nvPr/>
        </p:nvSpPr>
        <p:spPr>
          <a:xfrm>
            <a:off x="1707782" y="1552576"/>
            <a:ext cx="9311764" cy="389964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rgbClr val="FF0000"/>
                </a:solidFill>
              </a:ln>
            </a:endParaRPr>
          </a:p>
        </p:txBody>
      </p:sp>
      <p:sp>
        <p:nvSpPr>
          <p:cNvPr id="58" name="Google Shape;463;ga2bd4a1cd8_0_91">
            <a:extLst>
              <a:ext uri="{FF2B5EF4-FFF2-40B4-BE49-F238E27FC236}">
                <a16:creationId xmlns:a16="http://schemas.microsoft.com/office/drawing/2014/main" id="{AB9E067C-2486-C817-0877-35332C6F2FDD}"/>
              </a:ext>
            </a:extLst>
          </p:cNvPr>
          <p:cNvSpPr txBox="1"/>
          <p:nvPr/>
        </p:nvSpPr>
        <p:spPr>
          <a:xfrm>
            <a:off x="2144084" y="5115667"/>
            <a:ext cx="1578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DAS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62" name="Google Shape;463;ga2bd4a1cd8_0_91">
            <a:extLst>
              <a:ext uri="{FF2B5EF4-FFF2-40B4-BE49-F238E27FC236}">
                <a16:creationId xmlns:a16="http://schemas.microsoft.com/office/drawing/2014/main" id="{8FBF46C1-AE73-D7DE-A862-18EB6F901A41}"/>
              </a:ext>
            </a:extLst>
          </p:cNvPr>
          <p:cNvSpPr txBox="1"/>
          <p:nvPr/>
        </p:nvSpPr>
        <p:spPr>
          <a:xfrm>
            <a:off x="1940798" y="4602896"/>
            <a:ext cx="1578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PoC A </a:t>
            </a:r>
            <a:endParaRPr b="1" dirty="0">
              <a:solidFill>
                <a:srgbClr val="4472C4"/>
              </a:solidFill>
            </a:endParaRPr>
          </a:p>
        </p:txBody>
      </p:sp>
      <p:sp>
        <p:nvSpPr>
          <p:cNvPr id="64" name="Google Shape;463;ga2bd4a1cd8_0_91">
            <a:extLst>
              <a:ext uri="{FF2B5EF4-FFF2-40B4-BE49-F238E27FC236}">
                <a16:creationId xmlns:a16="http://schemas.microsoft.com/office/drawing/2014/main" id="{295CD372-913D-2314-A474-8176EF7136A8}"/>
              </a:ext>
            </a:extLst>
          </p:cNvPr>
          <p:cNvSpPr txBox="1"/>
          <p:nvPr/>
        </p:nvSpPr>
        <p:spPr>
          <a:xfrm>
            <a:off x="8740158" y="4670887"/>
            <a:ext cx="1578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PoC B </a:t>
            </a:r>
            <a:endParaRPr b="1" dirty="0">
              <a:solidFill>
                <a:srgbClr val="4472C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362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22</Words>
  <Application>Microsoft Office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SDPi Use Case:  SPoC</dc:title>
  <dc:creator>Ken Fuchs</dc:creator>
  <cp:lastModifiedBy>Todd Cooper</cp:lastModifiedBy>
  <cp:revision>17</cp:revision>
  <dcterms:created xsi:type="dcterms:W3CDTF">2020-10-25T20:19:22Z</dcterms:created>
  <dcterms:modified xsi:type="dcterms:W3CDTF">2026-10-14T20:02:30Z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6b2258f-3676-449a-9218-817a22e44788_Enabled">
    <vt:lpwstr>true</vt:lpwstr>
  </property>
  <property fmtid="{D5CDD505-2E9C-101B-9397-08002B2CF9AE}" pid="3" name="MSIP_Label_16b2258f-3676-449a-9218-817a22e44788_SetDate">
    <vt:lpwstr>2022-10-11T12:00:10Z</vt:lpwstr>
  </property>
  <property fmtid="{D5CDD505-2E9C-101B-9397-08002B2CF9AE}" pid="4" name="MSIP_Label_16b2258f-3676-449a-9218-817a22e44788_Method">
    <vt:lpwstr>Standard</vt:lpwstr>
  </property>
  <property fmtid="{D5CDD505-2E9C-101B-9397-08002B2CF9AE}" pid="5" name="MSIP_Label_16b2258f-3676-449a-9218-817a22e44788_Name">
    <vt:lpwstr>Internal - Labeled</vt:lpwstr>
  </property>
  <property fmtid="{D5CDD505-2E9C-101B-9397-08002B2CF9AE}" pid="6" name="MSIP_Label_16b2258f-3676-449a-9218-817a22e44788_SiteId">
    <vt:lpwstr>e8d897a8-f400-4625-858a-6f3ae627542b</vt:lpwstr>
  </property>
  <property fmtid="{D5CDD505-2E9C-101B-9397-08002B2CF9AE}" pid="7" name="MSIP_Label_16b2258f-3676-449a-9218-817a22e44788_ActionId">
    <vt:lpwstr>664feaa0-e2b3-462b-bd7d-d4b607a7efaa</vt:lpwstr>
  </property>
  <property fmtid="{D5CDD505-2E9C-101B-9397-08002B2CF9AE}" pid="8" name="MSIP_Label_16b2258f-3676-449a-9218-817a22e44788_ContentBits">
    <vt:lpwstr>1</vt:lpwstr>
  </property>
</Properties>
</file>