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578"/>
    <a:srgbClr val="76A3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554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4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spina Perez, Javier" userId="21026bb2-5a6b-4dc0-9f38-b05e8fbcde9c" providerId="ADAL" clId="{8DADF8CC-3600-416D-A641-D1A778A57480}"/>
    <pc:docChg chg="undo custSel modSld">
      <pc:chgData name="Espina Perez, Javier" userId="21026bb2-5a6b-4dc0-9f38-b05e8fbcde9c" providerId="ADAL" clId="{8DADF8CC-3600-416D-A641-D1A778A57480}" dt="2025-11-07T14:55:04.268" v="345" actId="14100"/>
      <pc:docMkLst>
        <pc:docMk/>
      </pc:docMkLst>
      <pc:sldChg chg="addSp delSp modSp mod addAnim delAnim modAnim">
        <pc:chgData name="Espina Perez, Javier" userId="21026bb2-5a6b-4dc0-9f38-b05e8fbcde9c" providerId="ADAL" clId="{8DADF8CC-3600-416D-A641-D1A778A57480}" dt="2025-11-07T14:55:04.268" v="345" actId="14100"/>
        <pc:sldMkLst>
          <pc:docMk/>
          <pc:sldMk cId="850373823" sldId="289"/>
        </pc:sldMkLst>
        <pc:spChg chg="add del mod">
          <ac:chgData name="Espina Perez, Javier" userId="21026bb2-5a6b-4dc0-9f38-b05e8fbcde9c" providerId="ADAL" clId="{8DADF8CC-3600-416D-A641-D1A778A57480}" dt="2025-11-07T14:47:02.575" v="336" actId="478"/>
          <ac:spMkLst>
            <pc:docMk/>
            <pc:sldMk cId="850373823" sldId="289"/>
            <ac:spMk id="2" creationId="{F4CA7617-7799-A596-C699-CDE9866C2ABA}"/>
          </ac:spMkLst>
        </pc:spChg>
        <pc:spChg chg="add del mod">
          <ac:chgData name="Espina Perez, Javier" userId="21026bb2-5a6b-4dc0-9f38-b05e8fbcde9c" providerId="ADAL" clId="{8DADF8CC-3600-416D-A641-D1A778A57480}" dt="2025-11-07T14:38:34.519" v="315" actId="2085"/>
          <ac:spMkLst>
            <pc:docMk/>
            <pc:sldMk cId="850373823" sldId="289"/>
            <ac:spMk id="3" creationId="{65FF9B69-A599-4EDE-394E-50092FE13630}"/>
          </ac:spMkLst>
        </pc:spChg>
        <pc:spChg chg="mod">
          <ac:chgData name="Espina Perez, Javier" userId="21026bb2-5a6b-4dc0-9f38-b05e8fbcde9c" providerId="ADAL" clId="{8DADF8CC-3600-416D-A641-D1A778A57480}" dt="2025-10-17T09:58:16.439" v="18" actId="20577"/>
          <ac:spMkLst>
            <pc:docMk/>
            <pc:sldMk cId="850373823" sldId="289"/>
            <ac:spMk id="6" creationId="{589A218D-E265-FA36-091B-8B6E7AE6A674}"/>
          </ac:spMkLst>
        </pc:spChg>
        <pc:spChg chg="mod">
          <ac:chgData name="Espina Perez, Javier" userId="21026bb2-5a6b-4dc0-9f38-b05e8fbcde9c" providerId="ADAL" clId="{8DADF8CC-3600-416D-A641-D1A778A57480}" dt="2025-10-17T09:58:19.133" v="19" actId="20577"/>
          <ac:spMkLst>
            <pc:docMk/>
            <pc:sldMk cId="850373823" sldId="289"/>
            <ac:spMk id="7" creationId="{75F3BD69-2340-1867-1DD3-2EE46B319E00}"/>
          </ac:spMkLst>
        </pc:spChg>
        <pc:spChg chg="mod">
          <ac:chgData name="Espina Perez, Javier" userId="21026bb2-5a6b-4dc0-9f38-b05e8fbcde9c" providerId="ADAL" clId="{8DADF8CC-3600-416D-A641-D1A778A57480}" dt="2025-11-07T14:40:47.197" v="325" actId="692"/>
          <ac:spMkLst>
            <pc:docMk/>
            <pc:sldMk cId="850373823" sldId="289"/>
            <ac:spMk id="8" creationId="{D6E45C1F-6931-7EDD-E880-BBC91A5EAAFE}"/>
          </ac:spMkLst>
        </pc:spChg>
        <pc:spChg chg="mod">
          <ac:chgData name="Espina Perez, Javier" userId="21026bb2-5a6b-4dc0-9f38-b05e8fbcde9c" providerId="ADAL" clId="{8DADF8CC-3600-416D-A641-D1A778A57480}" dt="2025-11-07T14:39:44.065" v="322" actId="207"/>
          <ac:spMkLst>
            <pc:docMk/>
            <pc:sldMk cId="850373823" sldId="289"/>
            <ac:spMk id="13" creationId="{2CFBCCB6-EB8A-7A54-7816-9282970ADACE}"/>
          </ac:spMkLst>
        </pc:spChg>
        <pc:spChg chg="mod">
          <ac:chgData name="Espina Perez, Javier" userId="21026bb2-5a6b-4dc0-9f38-b05e8fbcde9c" providerId="ADAL" clId="{8DADF8CC-3600-416D-A641-D1A778A57480}" dt="2025-11-05T10:02:39.342" v="176" actId="1037"/>
          <ac:spMkLst>
            <pc:docMk/>
            <pc:sldMk cId="850373823" sldId="289"/>
            <ac:spMk id="14" creationId="{57C8BA0E-C07C-7998-38A2-106DB39377B4}"/>
          </ac:spMkLst>
        </pc:spChg>
        <pc:spChg chg="mod">
          <ac:chgData name="Espina Perez, Javier" userId="21026bb2-5a6b-4dc0-9f38-b05e8fbcde9c" providerId="ADAL" clId="{8DADF8CC-3600-416D-A641-D1A778A57480}" dt="2025-11-05T10:06:12.106" v="206" actId="20577"/>
          <ac:spMkLst>
            <pc:docMk/>
            <pc:sldMk cId="850373823" sldId="289"/>
            <ac:spMk id="15" creationId="{DAD2915A-3EBD-C8E5-1290-79CDF03B1063}"/>
          </ac:spMkLst>
        </pc:spChg>
        <pc:spChg chg="mod">
          <ac:chgData name="Espina Perez, Javier" userId="21026bb2-5a6b-4dc0-9f38-b05e8fbcde9c" providerId="ADAL" clId="{8DADF8CC-3600-416D-A641-D1A778A57480}" dt="2025-11-07T14:54:57.318" v="343" actId="14100"/>
          <ac:spMkLst>
            <pc:docMk/>
            <pc:sldMk cId="850373823" sldId="289"/>
            <ac:spMk id="16" creationId="{5D8CCF33-0398-C57B-EBA3-5C8C225DD4CA}"/>
          </ac:spMkLst>
        </pc:spChg>
        <pc:spChg chg="mod">
          <ac:chgData name="Espina Perez, Javier" userId="21026bb2-5a6b-4dc0-9f38-b05e8fbcde9c" providerId="ADAL" clId="{8DADF8CC-3600-416D-A641-D1A778A57480}" dt="2025-11-07T14:55:00.953" v="344" actId="14100"/>
          <ac:spMkLst>
            <pc:docMk/>
            <pc:sldMk cId="850373823" sldId="289"/>
            <ac:spMk id="17" creationId="{FDEA11C8-2DB0-3AB0-9E6F-553C3C1F5577}"/>
          </ac:spMkLst>
        </pc:spChg>
        <pc:spChg chg="mod">
          <ac:chgData name="Espina Perez, Javier" userId="21026bb2-5a6b-4dc0-9f38-b05e8fbcde9c" providerId="ADAL" clId="{8DADF8CC-3600-416D-A641-D1A778A57480}" dt="2025-11-05T10:02:39.342" v="176" actId="1037"/>
          <ac:spMkLst>
            <pc:docMk/>
            <pc:sldMk cId="850373823" sldId="289"/>
            <ac:spMk id="18" creationId="{CF8EAEFF-6A61-520A-5517-72C032F92E4D}"/>
          </ac:spMkLst>
        </pc:spChg>
        <pc:spChg chg="mod">
          <ac:chgData name="Espina Perez, Javier" userId="21026bb2-5a6b-4dc0-9f38-b05e8fbcde9c" providerId="ADAL" clId="{8DADF8CC-3600-416D-A641-D1A778A57480}" dt="2025-11-05T10:02:39.342" v="176" actId="1037"/>
          <ac:spMkLst>
            <pc:docMk/>
            <pc:sldMk cId="850373823" sldId="289"/>
            <ac:spMk id="19" creationId="{6AAD8503-1255-648D-D1EF-1B2C37B6B855}"/>
          </ac:spMkLst>
        </pc:spChg>
        <pc:spChg chg="mod">
          <ac:chgData name="Espina Perez, Javier" userId="21026bb2-5a6b-4dc0-9f38-b05e8fbcde9c" providerId="ADAL" clId="{8DADF8CC-3600-416D-A641-D1A778A57480}" dt="2025-11-05T10:02:39.342" v="176" actId="1037"/>
          <ac:spMkLst>
            <pc:docMk/>
            <pc:sldMk cId="850373823" sldId="289"/>
            <ac:spMk id="25" creationId="{7C826CE6-E53A-1373-A9F0-DA4EA1BF6A39}"/>
          </ac:spMkLst>
        </pc:spChg>
        <pc:spChg chg="mod">
          <ac:chgData name="Espina Perez, Javier" userId="21026bb2-5a6b-4dc0-9f38-b05e8fbcde9c" providerId="ADAL" clId="{8DADF8CC-3600-416D-A641-D1A778A57480}" dt="2025-11-05T10:25:12.766" v="307" actId="14100"/>
          <ac:spMkLst>
            <pc:docMk/>
            <pc:sldMk cId="850373823" sldId="289"/>
            <ac:spMk id="32" creationId="{2B2E7B30-D35D-A3FD-AF20-E9088E9CF3B0}"/>
          </ac:spMkLst>
        </pc:spChg>
        <pc:spChg chg="mod">
          <ac:chgData name="Espina Perez, Javier" userId="21026bb2-5a6b-4dc0-9f38-b05e8fbcde9c" providerId="ADAL" clId="{8DADF8CC-3600-416D-A641-D1A778A57480}" dt="2025-11-05T10:24:36.787" v="304" actId="1076"/>
          <ac:spMkLst>
            <pc:docMk/>
            <pc:sldMk cId="850373823" sldId="289"/>
            <ac:spMk id="33" creationId="{96729C0E-9B14-9C5D-8B76-4E0B7B7ED0F6}"/>
          </ac:spMkLst>
        </pc:spChg>
        <pc:spChg chg="add del mod">
          <ac:chgData name="Espina Perez, Javier" userId="21026bb2-5a6b-4dc0-9f38-b05e8fbcde9c" providerId="ADAL" clId="{8DADF8CC-3600-416D-A641-D1A778A57480}" dt="2025-11-07T14:37:57.338" v="312" actId="478"/>
          <ac:spMkLst>
            <pc:docMk/>
            <pc:sldMk cId="850373823" sldId="289"/>
            <ac:spMk id="71" creationId="{220928F7-E48A-3FF9-566B-62C125A94255}"/>
          </ac:spMkLst>
        </pc:spChg>
        <pc:cxnChg chg="mod">
          <ac:chgData name="Espina Perez, Javier" userId="21026bb2-5a6b-4dc0-9f38-b05e8fbcde9c" providerId="ADAL" clId="{8DADF8CC-3600-416D-A641-D1A778A57480}" dt="2025-11-05T10:00:53.914" v="85" actId="692"/>
          <ac:cxnSpMkLst>
            <pc:docMk/>
            <pc:sldMk cId="850373823" sldId="289"/>
            <ac:cxnSpMk id="9" creationId="{6DD09084-8F6E-760C-48A6-734118E18E80}"/>
          </ac:cxnSpMkLst>
        </pc:cxnChg>
        <pc:cxnChg chg="mod">
          <ac:chgData name="Espina Perez, Javier" userId="21026bb2-5a6b-4dc0-9f38-b05e8fbcde9c" providerId="ADAL" clId="{8DADF8CC-3600-416D-A641-D1A778A57480}" dt="2025-11-05T10:00:53.914" v="85" actId="692"/>
          <ac:cxnSpMkLst>
            <pc:docMk/>
            <pc:sldMk cId="850373823" sldId="289"/>
            <ac:cxnSpMk id="10" creationId="{D963D5E3-F75B-2F5A-F341-E8E85B7E22BF}"/>
          </ac:cxnSpMkLst>
        </pc:cxnChg>
        <pc:cxnChg chg="mod">
          <ac:chgData name="Espina Perez, Javier" userId="21026bb2-5a6b-4dc0-9f38-b05e8fbcde9c" providerId="ADAL" clId="{8DADF8CC-3600-416D-A641-D1A778A57480}" dt="2025-11-05T10:00:53.914" v="85" actId="692"/>
          <ac:cxnSpMkLst>
            <pc:docMk/>
            <pc:sldMk cId="850373823" sldId="289"/>
            <ac:cxnSpMk id="11" creationId="{2AD97EC3-63D1-8EA0-5C50-4CE57F2EAD70}"/>
          </ac:cxnSpMkLst>
        </pc:cxnChg>
        <pc:cxnChg chg="mod">
          <ac:chgData name="Espina Perez, Javier" userId="21026bb2-5a6b-4dc0-9f38-b05e8fbcde9c" providerId="ADAL" clId="{8DADF8CC-3600-416D-A641-D1A778A57480}" dt="2025-11-07T14:55:00.953" v="344" actId="14100"/>
          <ac:cxnSpMkLst>
            <pc:docMk/>
            <pc:sldMk cId="850373823" sldId="289"/>
            <ac:cxnSpMk id="22" creationId="{F06B9044-C732-3AA3-044F-1BC0B3672C33}"/>
          </ac:cxnSpMkLst>
        </pc:cxnChg>
        <pc:cxnChg chg="mod">
          <ac:chgData name="Espina Perez, Javier" userId="21026bb2-5a6b-4dc0-9f38-b05e8fbcde9c" providerId="ADAL" clId="{8DADF8CC-3600-416D-A641-D1A778A57480}" dt="2025-11-05T10:03:03.320" v="178" actId="14100"/>
          <ac:cxnSpMkLst>
            <pc:docMk/>
            <pc:sldMk cId="850373823" sldId="289"/>
            <ac:cxnSpMk id="23" creationId="{DB943C77-21AE-FD4C-807B-91D7343875B4}"/>
          </ac:cxnSpMkLst>
        </pc:cxnChg>
        <pc:cxnChg chg="mod">
          <ac:chgData name="Espina Perez, Javier" userId="21026bb2-5a6b-4dc0-9f38-b05e8fbcde9c" providerId="ADAL" clId="{8DADF8CC-3600-416D-A641-D1A778A57480}" dt="2025-11-05T10:03:16.609" v="181" actId="14100"/>
          <ac:cxnSpMkLst>
            <pc:docMk/>
            <pc:sldMk cId="850373823" sldId="289"/>
            <ac:cxnSpMk id="24" creationId="{2490466B-41DA-A24A-EA20-C0F5EE9396D0}"/>
          </ac:cxnSpMkLst>
        </pc:cxnChg>
        <pc:cxnChg chg="mod">
          <ac:chgData name="Espina Perez, Javier" userId="21026bb2-5a6b-4dc0-9f38-b05e8fbcde9c" providerId="ADAL" clId="{8DADF8CC-3600-416D-A641-D1A778A57480}" dt="2025-11-05T10:03:11.016" v="180" actId="14100"/>
          <ac:cxnSpMkLst>
            <pc:docMk/>
            <pc:sldMk cId="850373823" sldId="289"/>
            <ac:cxnSpMk id="26" creationId="{408E61C7-82E2-41EE-230A-A0C2E1C99C9F}"/>
          </ac:cxnSpMkLst>
        </pc:cxnChg>
        <pc:cxnChg chg="mod">
          <ac:chgData name="Espina Perez, Javier" userId="21026bb2-5a6b-4dc0-9f38-b05e8fbcde9c" providerId="ADAL" clId="{8DADF8CC-3600-416D-A641-D1A778A57480}" dt="2025-11-05T10:02:39.342" v="176" actId="1037"/>
          <ac:cxnSpMkLst>
            <pc:docMk/>
            <pc:sldMk cId="850373823" sldId="289"/>
            <ac:cxnSpMk id="27" creationId="{7D1F85A8-4CA6-E6B3-AE41-5402D7B38B87}"/>
          </ac:cxnSpMkLst>
        </pc:cxnChg>
        <pc:cxnChg chg="mod">
          <ac:chgData name="Espina Perez, Javier" userId="21026bb2-5a6b-4dc0-9f38-b05e8fbcde9c" providerId="ADAL" clId="{8DADF8CC-3600-416D-A641-D1A778A57480}" dt="2025-11-05T10:01:26.849" v="91" actId="692"/>
          <ac:cxnSpMkLst>
            <pc:docMk/>
            <pc:sldMk cId="850373823" sldId="289"/>
            <ac:cxnSpMk id="28" creationId="{CA8A985F-211A-2C31-1260-C6CA742A0307}"/>
          </ac:cxnSpMkLst>
        </pc:cxnChg>
        <pc:cxnChg chg="mod">
          <ac:chgData name="Espina Perez, Javier" userId="21026bb2-5a6b-4dc0-9f38-b05e8fbcde9c" providerId="ADAL" clId="{8DADF8CC-3600-416D-A641-D1A778A57480}" dt="2025-11-05T10:02:39.342" v="176" actId="1037"/>
          <ac:cxnSpMkLst>
            <pc:docMk/>
            <pc:sldMk cId="850373823" sldId="289"/>
            <ac:cxnSpMk id="29" creationId="{4FCD3117-A172-8146-3101-9B9069ED50A4}"/>
          </ac:cxnSpMkLst>
        </pc:cxnChg>
        <pc:cxnChg chg="mod">
          <ac:chgData name="Espina Perez, Javier" userId="21026bb2-5a6b-4dc0-9f38-b05e8fbcde9c" providerId="ADAL" clId="{8DADF8CC-3600-416D-A641-D1A778A57480}" dt="2025-11-07T14:55:04.268" v="345" actId="14100"/>
          <ac:cxnSpMkLst>
            <pc:docMk/>
            <pc:sldMk cId="850373823" sldId="289"/>
            <ac:cxnSpMk id="30" creationId="{785D081C-1C43-3A8E-ACEF-80A2327AB25C}"/>
          </ac:cxnSpMkLst>
        </pc:cxnChg>
        <pc:cxnChg chg="mod">
          <ac:chgData name="Espina Perez, Javier" userId="21026bb2-5a6b-4dc0-9f38-b05e8fbcde9c" providerId="ADAL" clId="{8DADF8CC-3600-416D-A641-D1A778A57480}" dt="2025-11-05T10:02:53.940" v="177" actId="14100"/>
          <ac:cxnSpMkLst>
            <pc:docMk/>
            <pc:sldMk cId="850373823" sldId="289"/>
            <ac:cxnSpMk id="31" creationId="{92DD48AB-A1DC-6A15-45C0-5723389F3B21}"/>
          </ac:cxnSpMkLst>
        </pc:cxnChg>
        <pc:cxnChg chg="mod">
          <ac:chgData name="Espina Perez, Javier" userId="21026bb2-5a6b-4dc0-9f38-b05e8fbcde9c" providerId="ADAL" clId="{8DADF8CC-3600-416D-A641-D1A778A57480}" dt="2025-11-05T10:25:12.766" v="307" actId="14100"/>
          <ac:cxnSpMkLst>
            <pc:docMk/>
            <pc:sldMk cId="850373823" sldId="289"/>
            <ac:cxnSpMk id="34" creationId="{627435D3-34D6-DEFC-E4FE-68DDD284F76F}"/>
          </ac:cxnSpMkLst>
        </pc:cxnChg>
        <pc:cxnChg chg="add del mod">
          <ac:chgData name="Espina Perez, Javier" userId="21026bb2-5a6b-4dc0-9f38-b05e8fbcde9c" providerId="ADAL" clId="{8DADF8CC-3600-416D-A641-D1A778A57480}" dt="2025-11-07T14:44:40.811" v="328" actId="478"/>
          <ac:cxnSpMkLst>
            <pc:docMk/>
            <pc:sldMk cId="850373823" sldId="289"/>
            <ac:cxnSpMk id="77" creationId="{723BD866-9C63-1866-B422-4AC2738388F0}"/>
          </ac:cxnSpMkLst>
        </pc:cxnChg>
        <pc:cxnChg chg="add mod">
          <ac:chgData name="Espina Perez, Javier" userId="21026bb2-5a6b-4dc0-9f38-b05e8fbcde9c" providerId="ADAL" clId="{8DADF8CC-3600-416D-A641-D1A778A57480}" dt="2025-11-07T14:54:33.240" v="341" actId="14100"/>
          <ac:cxnSpMkLst>
            <pc:docMk/>
            <pc:sldMk cId="850373823" sldId="289"/>
            <ac:cxnSpMk id="92" creationId="{5CEB89E3-06D7-CEA5-34A0-D038C8EE2F25}"/>
          </ac:cxnSpMkLst>
        </pc:cxnChg>
        <pc:cxnChg chg="add mod">
          <ac:chgData name="Espina Perez, Javier" userId="21026bb2-5a6b-4dc0-9f38-b05e8fbcde9c" providerId="ADAL" clId="{8DADF8CC-3600-416D-A641-D1A778A57480}" dt="2025-11-07T14:54:42.838" v="342" actId="14100"/>
          <ac:cxnSpMkLst>
            <pc:docMk/>
            <pc:sldMk cId="850373823" sldId="289"/>
            <ac:cxnSpMk id="93" creationId="{AC5C2B61-46C3-C616-BCA7-B9A10B5F09BB}"/>
          </ac:cxnSpMkLst>
        </pc:cxnChg>
        <pc:cxnChg chg="add mod">
          <ac:chgData name="Espina Perez, Javier" userId="21026bb2-5a6b-4dc0-9f38-b05e8fbcde9c" providerId="ADAL" clId="{8DADF8CC-3600-416D-A641-D1A778A57480}" dt="2025-11-07T14:41:19.053" v="326" actId="208"/>
          <ac:cxnSpMkLst>
            <pc:docMk/>
            <pc:sldMk cId="850373823" sldId="289"/>
            <ac:cxnSpMk id="97" creationId="{EC904554-3D84-10F8-CA85-74E78FE4AF5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C3B86-99F7-4C09-9685-0192E7FEB2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09221-387E-4189-B489-8B18CE990B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8D136-D2AF-4849-AEDC-DC6DE7CF1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19128-E3EA-4534-AC35-5975F599E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D2D84-7C83-4C25-8793-40967F0E1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051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76E7C5-1603-4475-96C2-A9052EC1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EE54B-C1D7-4670-9967-EFC29FCC21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3A90E3-72C0-4738-9290-46CEEEBC4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FF0332-2E46-4393-84D1-EE8F84AC4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9D4B21-B522-4410-8597-3858C0C68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5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85898-B582-49E4-B744-2DAB38056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2211BA-C92F-4DB8-8219-D3E9618AF7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F047B-4FC0-4D43-BCC3-8D5846B087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82AEB-E3FB-4892-B522-981D60D11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FB870-B888-4456-A957-0E3A05D3E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9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FC09-795C-4771-A46E-5C5086632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1B3DBC-DFAF-4970-ACA4-5250A19707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7A2912-5DB0-4B24-A30E-24E518172D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FE61E0-80AE-41AE-A33B-B892ACED7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3F9410-FB9A-4C5F-B00E-6E5AE7679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760618-CC99-47A5-8A5A-5100F18F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18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A57B-26CB-4DC6-B67F-9FFFE03B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4D0650-424F-4F60-9AF6-82AC26C15A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2022F-1B4E-43C4-A5E5-67D4852B83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3D751-882C-4DB5-8D25-60B0D118A7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D8624-4EB6-451F-8D25-BE333437C1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D96C47-A804-4CC9-B7DE-8CCAB2BF96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EBCC50-3E99-4D34-B4D4-E017EE1D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8842FD-D810-4991-9895-68DC1963D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47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FD39D-8BFF-43DB-9851-9477DAC70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13ACFB-A554-435F-AAE3-77ECA741C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2E12D0-0471-46F9-BD0B-7B5DE90B9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F1672-A49D-4A6C-836F-414517440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271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8BBE7-3757-43DE-BC81-4A748A0E8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9DF00-98DC-47F8-824A-1DC213E65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F0031-CEF3-45BE-85C8-AA4C46EDF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1343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9BB68-FE08-4A1F-BC57-A6A6BF1BB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46838C-492D-43AE-B69A-530CCA3B80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0DAED-087E-48B4-B93F-219312C41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36D16E-5042-4287-B918-0E6E4A9FC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3E51D-D539-454B-8D75-529C0B101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63727E-BF06-4643-AB64-A798575B1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319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6A6E4E-D5B0-4897-B665-4D3D833EE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3FDE2D-D5FC-45FF-A642-168EFB8E8A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73DB25-99B6-467A-A299-27A8048944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BEAEE-BC96-4841-8889-DAD2FFAEC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76BB4C-EEDA-481D-A379-9323EE9BE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759156-5616-46A6-88EB-99849B2D7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154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A7D6DB-7B49-44F8-9F48-AD165980A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689E22-4D28-49CB-A21F-C777C7A58E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FC048F-9071-4A5E-9D4D-2C2E6CFBC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4557DB-15FE-4216-8A62-5DDEB9AC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76CD5-7334-4A1A-9313-3FE9A211C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449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BA64E47-6A58-43B0-BC3E-9357F8DE4E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6F23A6-1F69-4AF2-92D4-4CD5051C0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D04CE-94A3-4EB6-ADC5-2C6D0C297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2FBBB-FD23-4048-9AC3-CC1D6306B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CA57B-CB74-4658-B913-7EBFD53E6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9462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A7B5AC-FF51-4E4F-A99F-7D4CDA6A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A5169-DAC1-4DF7-8233-C24D69602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F4191-0386-44F9-9497-CD565F5C3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AB79FE-F2B8-4F38-B4B7-E17A89FC2611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63DD35-7BC9-4754-9EF2-2F5FDF9838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6EA23F-7EF9-43A1-81ED-4306DEF7A9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056790-8B71-41E0-B57B-12B75D79D9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2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5FF9B69-A599-4EDE-394E-50092FE13630}"/>
              </a:ext>
            </a:extLst>
          </p:cNvPr>
          <p:cNvSpPr/>
          <p:nvPr/>
        </p:nvSpPr>
        <p:spPr>
          <a:xfrm>
            <a:off x="2560674" y="808790"/>
            <a:ext cx="7070651" cy="3685470"/>
          </a:xfrm>
          <a:prstGeom prst="rect">
            <a:avLst/>
          </a:prstGeom>
          <a:solidFill>
            <a:srgbClr val="064578"/>
          </a:solidFill>
          <a:ln w="317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2880" rtlCol="0" anchor="t" anchorCtr="0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HL7-IHE SDPi Profiles for “PRACtical” Device Interoperability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E7C80DD-969C-9106-F63E-A6615F620DE3}"/>
              </a:ext>
            </a:extLst>
          </p:cNvPr>
          <p:cNvSpPr/>
          <p:nvPr/>
        </p:nvSpPr>
        <p:spPr>
          <a:xfrm>
            <a:off x="4214036" y="1467789"/>
            <a:ext cx="3763926" cy="1116418"/>
          </a:xfrm>
          <a:prstGeom prst="rect">
            <a:avLst/>
          </a:prstGeom>
          <a:solidFill>
            <a:srgbClr val="694D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SDPi Plug-and-Trust </a:t>
            </a:r>
            <a:r>
              <a:rPr lang="en-US" dirty="0"/>
              <a:t>Connectivity </a:t>
            </a:r>
          </a:p>
          <a:p>
            <a:pPr algn="ctr"/>
            <a:r>
              <a:rPr lang="en-US" dirty="0"/>
              <a:t>(SDPi-P)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3EAE27-A554-D980-697D-D4DE87AE268D}"/>
              </a:ext>
            </a:extLst>
          </p:cNvPr>
          <p:cNvSpPr/>
          <p:nvPr/>
        </p:nvSpPr>
        <p:spPr>
          <a:xfrm>
            <a:off x="7423176" y="3086200"/>
            <a:ext cx="1722475" cy="1116418"/>
          </a:xfrm>
          <a:prstGeom prst="rect">
            <a:avLst/>
          </a:prstGeom>
          <a:solidFill>
            <a:srgbClr val="694D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SDPi external Control</a:t>
            </a:r>
          </a:p>
          <a:p>
            <a:pPr algn="ctr"/>
            <a:r>
              <a:rPr lang="en-US" dirty="0"/>
              <a:t>(SDPi-</a:t>
            </a:r>
            <a:r>
              <a:rPr lang="en-US" dirty="0" err="1"/>
              <a:t>xC</a:t>
            </a:r>
            <a:r>
              <a:rPr lang="en-US" dirty="0"/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89A218D-E265-FA36-091B-8B6E7AE6A674}"/>
              </a:ext>
            </a:extLst>
          </p:cNvPr>
          <p:cNvSpPr/>
          <p:nvPr/>
        </p:nvSpPr>
        <p:spPr>
          <a:xfrm>
            <a:off x="3048245" y="3066835"/>
            <a:ext cx="1722475" cy="1116418"/>
          </a:xfrm>
          <a:prstGeom prst="rect">
            <a:avLst/>
          </a:prstGeom>
          <a:solidFill>
            <a:srgbClr val="694D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SDPi</a:t>
            </a:r>
            <a:r>
              <a:rPr lang="en-US" dirty="0"/>
              <a:t> Reporting</a:t>
            </a:r>
          </a:p>
          <a:p>
            <a:pPr algn="ctr"/>
            <a:r>
              <a:rPr lang="en-US" dirty="0"/>
              <a:t>(SDPi-R)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5F3BD69-2340-1867-1DD3-2EE46B319E00}"/>
              </a:ext>
            </a:extLst>
          </p:cNvPr>
          <p:cNvSpPr/>
          <p:nvPr/>
        </p:nvSpPr>
        <p:spPr>
          <a:xfrm>
            <a:off x="5234761" y="3086200"/>
            <a:ext cx="1722475" cy="1116418"/>
          </a:xfrm>
          <a:prstGeom prst="rect">
            <a:avLst/>
          </a:prstGeom>
          <a:solidFill>
            <a:srgbClr val="694DB7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SDPi</a:t>
            </a:r>
            <a:r>
              <a:rPr lang="en-US" dirty="0"/>
              <a:t> Alerting</a:t>
            </a:r>
          </a:p>
          <a:p>
            <a:pPr algn="ctr"/>
            <a:r>
              <a:rPr lang="en-US" dirty="0"/>
              <a:t>(SDPi-A)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E45C1F-6931-7EDD-E880-BBC91A5EAAFE}"/>
              </a:ext>
            </a:extLst>
          </p:cNvPr>
          <p:cNvSpPr/>
          <p:nvPr/>
        </p:nvSpPr>
        <p:spPr>
          <a:xfrm>
            <a:off x="2860158" y="2931272"/>
            <a:ext cx="6485862" cy="1435395"/>
          </a:xfrm>
          <a:prstGeom prst="rect">
            <a:avLst/>
          </a:prstGeom>
          <a:noFill/>
          <a:ln w="19050">
            <a:solidFill>
              <a:srgbClr val="92D05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D09084-8F6E-760C-48A6-734118E18E80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7479587" y="2584207"/>
            <a:ext cx="804827" cy="501993"/>
          </a:xfrm>
          <a:prstGeom prst="straightConnector1">
            <a:avLst/>
          </a:prstGeom>
          <a:ln w="31750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963D5E3-F75B-2F5A-F341-E8E85B7E22BF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6095999" y="2584207"/>
            <a:ext cx="0" cy="501993"/>
          </a:xfrm>
          <a:prstGeom prst="straightConnector1">
            <a:avLst/>
          </a:prstGeom>
          <a:ln w="31750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AD97EC3-63D1-8EA0-5C50-4CE57F2EAD70}"/>
              </a:ext>
            </a:extLst>
          </p:cNvPr>
          <p:cNvCxnSpPr>
            <a:cxnSpLocks/>
            <a:endCxn id="6" idx="0"/>
          </p:cNvCxnSpPr>
          <p:nvPr/>
        </p:nvCxnSpPr>
        <p:spPr>
          <a:xfrm flipH="1">
            <a:off x="3909483" y="2584207"/>
            <a:ext cx="811492" cy="482628"/>
          </a:xfrm>
          <a:prstGeom prst="straightConnector1">
            <a:avLst/>
          </a:prstGeom>
          <a:ln w="31750">
            <a:solidFill>
              <a:schemeClr val="bg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CFBCCB6-EB8A-7A54-7816-9282970ADACE}"/>
              </a:ext>
            </a:extLst>
          </p:cNvPr>
          <p:cNvSpPr txBox="1"/>
          <p:nvPr/>
        </p:nvSpPr>
        <p:spPr>
          <a:xfrm>
            <a:off x="9878264" y="4352842"/>
            <a:ext cx="16479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76A32E"/>
                </a:solidFill>
              </a:rPr>
              <a:t>“medical” interoperability purpose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C8BA0E-C07C-7998-38A2-106DB39377B4}"/>
              </a:ext>
            </a:extLst>
          </p:cNvPr>
          <p:cNvSpPr/>
          <p:nvPr/>
        </p:nvSpPr>
        <p:spPr>
          <a:xfrm>
            <a:off x="2573193" y="4738152"/>
            <a:ext cx="1722475" cy="725756"/>
          </a:xfrm>
          <a:prstGeom prst="rect">
            <a:avLst/>
          </a:prstGeom>
          <a:solidFill>
            <a:srgbClr val="AD1F2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HL7 FHIR  </a:t>
            </a:r>
          </a:p>
          <a:p>
            <a:pPr algn="ctr"/>
            <a:r>
              <a:rPr lang="en-US" dirty="0" err="1"/>
              <a:t>PoCD</a:t>
            </a:r>
            <a:r>
              <a:rPr lang="en-US" dirty="0"/>
              <a:t> IG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AD2915A-3EBD-C8E5-1290-79CDF03B1063}"/>
              </a:ext>
            </a:extLst>
          </p:cNvPr>
          <p:cNvSpPr/>
          <p:nvPr/>
        </p:nvSpPr>
        <p:spPr>
          <a:xfrm>
            <a:off x="2571993" y="5685834"/>
            <a:ext cx="1722475" cy="725756"/>
          </a:xfrm>
          <a:prstGeom prst="rect">
            <a:avLst/>
          </a:prstGeom>
          <a:solidFill>
            <a:srgbClr val="AD1F2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HL7 FHIR</a:t>
            </a:r>
          </a:p>
          <a:p>
            <a:pPr algn="ctr"/>
            <a:r>
              <a:rPr lang="en-US" dirty="0"/>
              <a:t>Core Resources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D8CCF33-0398-C57B-EBA3-5C8C225DD4CA}"/>
              </a:ext>
            </a:extLst>
          </p:cNvPr>
          <p:cNvSpPr/>
          <p:nvPr/>
        </p:nvSpPr>
        <p:spPr>
          <a:xfrm>
            <a:off x="6959779" y="4738152"/>
            <a:ext cx="2671546" cy="725756"/>
          </a:xfrm>
          <a:prstGeom prst="rect">
            <a:avLst/>
          </a:prstGeom>
          <a:solidFill>
            <a:srgbClr val="76A32E"/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IEEE SDC</a:t>
            </a:r>
          </a:p>
          <a:p>
            <a:pPr algn="ctr"/>
            <a:r>
              <a:rPr lang="en-US" dirty="0"/>
              <a:t>PKP Standards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EA11C8-2DB0-3AB0-9E6F-553C3C1F5577}"/>
              </a:ext>
            </a:extLst>
          </p:cNvPr>
          <p:cNvSpPr/>
          <p:nvPr/>
        </p:nvSpPr>
        <p:spPr>
          <a:xfrm>
            <a:off x="6948943" y="5691282"/>
            <a:ext cx="2682382" cy="725756"/>
          </a:xfrm>
          <a:prstGeom prst="rect">
            <a:avLst/>
          </a:prstGeom>
          <a:solidFill>
            <a:srgbClr val="064578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IEEE SDC</a:t>
            </a:r>
          </a:p>
          <a:p>
            <a:pPr algn="ctr"/>
            <a:r>
              <a:rPr lang="en-US" dirty="0"/>
              <a:t>Core Standards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F8EAEFF-6A61-520A-5517-72C032F92E4D}"/>
              </a:ext>
            </a:extLst>
          </p:cNvPr>
          <p:cNvSpPr/>
          <p:nvPr/>
        </p:nvSpPr>
        <p:spPr>
          <a:xfrm>
            <a:off x="4758510" y="4738908"/>
            <a:ext cx="782607" cy="725756"/>
          </a:xfrm>
          <a:prstGeom prst="rect">
            <a:avLst/>
          </a:prstGeom>
          <a:solidFill>
            <a:srgbClr val="EE2E2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IHE DEC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AAD8503-1255-648D-D1EF-1B2C37B6B855}"/>
              </a:ext>
            </a:extLst>
          </p:cNvPr>
          <p:cNvSpPr/>
          <p:nvPr/>
        </p:nvSpPr>
        <p:spPr>
          <a:xfrm>
            <a:off x="4758511" y="5685834"/>
            <a:ext cx="1722475" cy="725756"/>
          </a:xfrm>
          <a:prstGeom prst="rect">
            <a:avLst/>
          </a:prstGeom>
          <a:solidFill>
            <a:srgbClr val="EE2E2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HL7 V2 Messaging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06B9044-C732-3AA3-044F-1BC0B3672C33}"/>
              </a:ext>
            </a:extLst>
          </p:cNvPr>
          <p:cNvCxnSpPr>
            <a:cxnSpLocks/>
            <a:stCxn id="16" idx="2"/>
            <a:endCxn id="17" idx="0"/>
          </p:cNvCxnSpPr>
          <p:nvPr/>
        </p:nvCxnSpPr>
        <p:spPr>
          <a:xfrm flipH="1">
            <a:off x="8290134" y="5463908"/>
            <a:ext cx="5418" cy="227374"/>
          </a:xfrm>
          <a:prstGeom prst="straightConnector1">
            <a:avLst/>
          </a:prstGeom>
          <a:ln w="31750">
            <a:solidFill>
              <a:srgbClr val="0645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B943C77-21AE-FD4C-807B-91D7343875B4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5149814" y="5464664"/>
            <a:ext cx="0" cy="2341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490466B-41DA-A24A-EA20-C0F5EE9396D0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3433231" y="5463908"/>
            <a:ext cx="1200" cy="22192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7C826CE6-E53A-1373-A9F0-DA4EA1BF6A39}"/>
              </a:ext>
            </a:extLst>
          </p:cNvPr>
          <p:cNvSpPr/>
          <p:nvPr/>
        </p:nvSpPr>
        <p:spPr>
          <a:xfrm>
            <a:off x="5698374" y="4738908"/>
            <a:ext cx="782609" cy="725756"/>
          </a:xfrm>
          <a:prstGeom prst="rect">
            <a:avLst/>
          </a:prstGeom>
          <a:solidFill>
            <a:srgbClr val="EE2E2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IHE ACM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408E61C7-82E2-41EE-230A-A0C2E1C99C9F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6089679" y="5464664"/>
            <a:ext cx="8213" cy="23413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D1F85A8-4CA6-E6B3-AE41-5402D7B38B87}"/>
              </a:ext>
            </a:extLst>
          </p:cNvPr>
          <p:cNvCxnSpPr>
            <a:cxnSpLocks/>
            <a:stCxn id="7" idx="2"/>
            <a:endCxn id="25" idx="0"/>
          </p:cNvCxnSpPr>
          <p:nvPr/>
        </p:nvCxnSpPr>
        <p:spPr>
          <a:xfrm flipH="1">
            <a:off x="6089679" y="4202618"/>
            <a:ext cx="6320" cy="5362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8A985F-211A-2C31-1260-C6CA742A0307}"/>
              </a:ext>
            </a:extLst>
          </p:cNvPr>
          <p:cNvCxnSpPr>
            <a:cxnSpLocks/>
            <a:stCxn id="6" idx="2"/>
          </p:cNvCxnSpPr>
          <p:nvPr/>
        </p:nvCxnSpPr>
        <p:spPr>
          <a:xfrm>
            <a:off x="3909483" y="4183253"/>
            <a:ext cx="1344812" cy="54045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FCD3117-A172-8146-3101-9B9069ED50A4}"/>
              </a:ext>
            </a:extLst>
          </p:cNvPr>
          <p:cNvCxnSpPr>
            <a:cxnSpLocks/>
            <a:stCxn id="6" idx="2"/>
            <a:endCxn id="14" idx="0"/>
          </p:cNvCxnSpPr>
          <p:nvPr/>
        </p:nvCxnSpPr>
        <p:spPr>
          <a:xfrm flipH="1">
            <a:off x="3434431" y="4183253"/>
            <a:ext cx="475052" cy="554899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785D081C-1C43-3A8E-ACEF-80A2327AB25C}"/>
              </a:ext>
            </a:extLst>
          </p:cNvPr>
          <p:cNvCxnSpPr>
            <a:cxnSpLocks/>
            <a:stCxn id="3" idx="3"/>
            <a:endCxn id="17" idx="3"/>
          </p:cNvCxnSpPr>
          <p:nvPr/>
        </p:nvCxnSpPr>
        <p:spPr>
          <a:xfrm>
            <a:off x="9631325" y="2651525"/>
            <a:ext cx="12700" cy="3402635"/>
          </a:xfrm>
          <a:prstGeom prst="bentConnector3">
            <a:avLst>
              <a:gd name="adj1" fmla="val 15045283"/>
            </a:avLst>
          </a:prstGeom>
          <a:ln w="31750">
            <a:solidFill>
              <a:srgbClr val="0645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2DD48AB-A1DC-6A15-45C0-5723389F3B21}"/>
              </a:ext>
            </a:extLst>
          </p:cNvPr>
          <p:cNvCxnSpPr>
            <a:cxnSpLocks/>
            <a:stCxn id="7" idx="2"/>
            <a:endCxn id="14" idx="0"/>
          </p:cNvCxnSpPr>
          <p:nvPr/>
        </p:nvCxnSpPr>
        <p:spPr>
          <a:xfrm flipH="1">
            <a:off x="3434431" y="4202618"/>
            <a:ext cx="2661568" cy="53553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2B2E7B30-D35D-A3FD-AF20-E9088E9CF3B0}"/>
              </a:ext>
            </a:extLst>
          </p:cNvPr>
          <p:cNvSpPr/>
          <p:nvPr/>
        </p:nvSpPr>
        <p:spPr>
          <a:xfrm>
            <a:off x="2504330" y="4593790"/>
            <a:ext cx="3997013" cy="923330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6729C0E-9B14-9C5D-8B76-4E0B7B7ED0F6}"/>
              </a:ext>
            </a:extLst>
          </p:cNvPr>
          <p:cNvSpPr txBox="1"/>
          <p:nvPr/>
        </p:nvSpPr>
        <p:spPr>
          <a:xfrm>
            <a:off x="930054" y="4595935"/>
            <a:ext cx="12290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“Gateway” Actors Defined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627435D3-34D6-DEFC-E4FE-68DDD284F76F}"/>
              </a:ext>
            </a:extLst>
          </p:cNvPr>
          <p:cNvCxnSpPr>
            <a:cxnSpLocks/>
            <a:stCxn id="33" idx="3"/>
            <a:endCxn id="32" idx="1"/>
          </p:cNvCxnSpPr>
          <p:nvPr/>
        </p:nvCxnSpPr>
        <p:spPr>
          <a:xfrm flipV="1">
            <a:off x="2159134" y="5055455"/>
            <a:ext cx="345196" cy="21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5CEB89E3-06D7-CEA5-34A0-D038C8EE2F25}"/>
              </a:ext>
            </a:extLst>
          </p:cNvPr>
          <p:cNvCxnSpPr>
            <a:cxnSpLocks/>
          </p:cNvCxnSpPr>
          <p:nvPr/>
        </p:nvCxnSpPr>
        <p:spPr>
          <a:xfrm flipH="1" flipV="1">
            <a:off x="9396065" y="4375660"/>
            <a:ext cx="482199" cy="331029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AC5C2B61-46C3-C616-BCA7-B9A10B5F09BB}"/>
              </a:ext>
            </a:extLst>
          </p:cNvPr>
          <p:cNvCxnSpPr>
            <a:cxnSpLocks/>
          </p:cNvCxnSpPr>
          <p:nvPr/>
        </p:nvCxnSpPr>
        <p:spPr>
          <a:xfrm flipH="1">
            <a:off x="9607488" y="4942936"/>
            <a:ext cx="270776" cy="155316"/>
          </a:xfrm>
          <a:prstGeom prst="straightConnector1">
            <a:avLst/>
          </a:prstGeom>
          <a:ln w="19050">
            <a:solidFill>
              <a:srgbClr val="92D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C904554-3D84-10F8-CA85-74E78FE4AF50}"/>
              </a:ext>
            </a:extLst>
          </p:cNvPr>
          <p:cNvCxnSpPr>
            <a:cxnSpLocks/>
          </p:cNvCxnSpPr>
          <p:nvPr/>
        </p:nvCxnSpPr>
        <p:spPr>
          <a:xfrm>
            <a:off x="8284265" y="4493555"/>
            <a:ext cx="7070" cy="213134"/>
          </a:xfrm>
          <a:prstGeom prst="straightConnector1">
            <a:avLst/>
          </a:prstGeom>
          <a:ln w="31750">
            <a:solidFill>
              <a:srgbClr val="064578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50373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13" grpId="0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5" grpId="0" animBg="1"/>
      <p:bldP spid="32" grpId="0" animBg="1"/>
      <p:bldP spid="3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1a407a2d-7675-4d17-8692-b3ac285306e4}" enabled="0" method="" siteId="{1a407a2d-7675-4d17-8692-b3ac285306e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4164</TotalTime>
  <Words>64</Words>
  <Application>Microsoft Office PowerPoint</Application>
  <PresentationFormat>Widescreen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SDPi Supplement Diagrams</dc:title>
  <dc:creator>Todd Cooper</dc:creator>
  <cp:lastModifiedBy>Espina Perez, Javier</cp:lastModifiedBy>
  <cp:revision>91</cp:revision>
  <dcterms:created xsi:type="dcterms:W3CDTF">2020-07-20T18:42:23Z</dcterms:created>
  <dcterms:modified xsi:type="dcterms:W3CDTF">2025-11-07T14:55:10Z</dcterms:modified>
</cp:coreProperties>
</file>